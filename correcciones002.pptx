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theme/theme2.xml" ContentType="application/vnd.openxmlformats-officedocument.theme+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ppt/notesSlides/notesSlide15.xml" ContentType="application/vnd.openxmlformats-officedocument.presentationml.notesSlide+xml"/>
  <Override PartName="/ppt/slides/slide15.xml" ContentType="application/vnd.openxmlformats-officedocument.presentationml.slide+xml"/>
  <Override PartName="/docProps/app.xml" ContentType="application/vnd.openxmlformats-officedocument.extended-propertie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ppt/theme/theme1.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slides/slide11.xml" ContentType="application/vnd.openxmlformats-officedocument.presentationml.slide+xml"/>
  <Override PartName="/ppt/slides/slide8.xml" ContentType="application/vnd.openxmlformats-officedocument.presentationml.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slides/slide10.xml" ContentType="application/vnd.openxmlformats-officedocument.presentationml.slide+xml"/>
  <Override PartName="/ppt/slides/slide9.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1"/>
  </p:sldMasterIdLst>
  <p:notesMasterIdLst>
    <p:notesMasterId r:id="rId21"/>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Lst>
  <p:sldSz cx="12192000" cy="6858000"/>
  <p:notesSz cx="6858000" cy="9144000"/>
  <p:defaultTextStyle>
    <a:defPPr>
      <a:defRPr lang="es-E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378" y="90"/>
      </p:cViewPr>
      <p:guideLst>
        <p:guide pos="3840"/>
        <p:guide pos="216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notesMaster" Target="notesMasters/notesMaster1.xml"/><Relationship Id="rId22" Type="http://schemas.openxmlformats.org/officeDocument/2006/relationships/presProps" Target="presProps.xml" /><Relationship Id="rId23" Type="http://schemas.openxmlformats.org/officeDocument/2006/relationships/tableStyles" Target="tableStyles.xml" /><Relationship Id="rId24"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388540295" name="Marcador de encabezado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s-ES"/>
          </a:p>
        </p:txBody>
      </p:sp>
      <p:sp>
        <p:nvSpPr>
          <p:cNvPr id="1886256426" name="Marcador de fecha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3632E96E-41F7-40C5-8419-297958CC00FA}" type="datetimeFigureOut">
              <a:rPr lang="es-ES"/>
              <a:t>10/30/2013</a:t>
            </a:fld>
            <a:endParaRPr lang="es-ES"/>
          </a:p>
        </p:txBody>
      </p:sp>
      <p:sp>
        <p:nvSpPr>
          <p:cNvPr id="1249699954" name="Marcador de imagen de diapositiva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s-ES"/>
          </a:p>
        </p:txBody>
      </p:sp>
      <p:sp>
        <p:nvSpPr>
          <p:cNvPr id="530179095" name="Marcador de notas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s-ES"/>
              <a:t>Haga clic para modificar el estilo de texto del patrón</a:t>
            </a:r>
            <a:endParaRPr/>
          </a:p>
          <a:p>
            <a:pPr lvl="1">
              <a:defRPr/>
            </a:pPr>
            <a:r>
              <a:rPr lang="es-ES"/>
              <a:t>Segundo nivel</a:t>
            </a:r>
            <a:endParaRPr/>
          </a:p>
          <a:p>
            <a:pPr lvl="2">
              <a:defRPr/>
            </a:pPr>
            <a:r>
              <a:rPr lang="es-ES"/>
              <a:t>Tercer nivel</a:t>
            </a:r>
            <a:endParaRPr/>
          </a:p>
          <a:p>
            <a:pPr lvl="3">
              <a:defRPr/>
            </a:pPr>
            <a:r>
              <a:rPr lang="es-ES"/>
              <a:t>Cuarto nivel</a:t>
            </a:r>
            <a:endParaRPr/>
          </a:p>
          <a:p>
            <a:pPr lvl="4">
              <a:defRPr/>
            </a:pPr>
            <a:r>
              <a:rPr lang="es-ES"/>
              <a:t>Quinto nivel</a:t>
            </a:r>
            <a:endParaRPr lang="es-ES"/>
          </a:p>
        </p:txBody>
      </p:sp>
      <p:sp>
        <p:nvSpPr>
          <p:cNvPr id="2012765634" name="Marcador de pie de página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s-ES"/>
          </a:p>
        </p:txBody>
      </p:sp>
      <p:sp>
        <p:nvSpPr>
          <p:cNvPr id="833077567" name="Marcador de número de diapositiva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2E6999B8-B6B4-4561-A3CD-BBCDAB9FC9D9}" type="slidenum">
              <a:rPr lang="es-ES"/>
              <a:t>‹#›</a:t>
            </a:fld>
            <a:endParaRPr lang="es-E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06911677" name="Slide Image Placeholder 1"/>
          <p:cNvSpPr>
            <a:spLocks noChangeAspect="1" noGrp="1" noRot="1"/>
          </p:cNvSpPr>
          <p:nvPr>
            <p:ph type="sldImg"/>
          </p:nvPr>
        </p:nvSpPr>
        <p:spPr bwMode="auto"/>
      </p:sp>
      <p:sp>
        <p:nvSpPr>
          <p:cNvPr id="209053119" name="Notes Placeholder 2"/>
          <p:cNvSpPr>
            <a:spLocks noGrp="1"/>
          </p:cNvSpPr>
          <p:nvPr>
            <p:ph type="body" idx="1"/>
          </p:nvPr>
        </p:nvSpPr>
        <p:spPr bwMode="auto"/>
        <p:txBody>
          <a:bodyPr/>
          <a:lstStyle/>
          <a:p>
            <a:pPr>
              <a:defRPr/>
            </a:pPr>
            <a:endParaRPr/>
          </a:p>
        </p:txBody>
      </p:sp>
      <p:sp>
        <p:nvSpPr>
          <p:cNvPr id="244450355" name="Slide Number Placeholder 3"/>
          <p:cNvSpPr>
            <a:spLocks noGrp="1"/>
          </p:cNvSpPr>
          <p:nvPr>
            <p:ph type="sldNum" sz="quarter" idx="10"/>
          </p:nvPr>
        </p:nvSpPr>
        <p:spPr bwMode="auto"/>
        <p:txBody>
          <a:bodyPr/>
          <a:lstStyle/>
          <a:p>
            <a:pPr>
              <a:defRPr/>
            </a:pPr>
            <a:fld id="{CA259A46-31E6-B907-3ADF-671DF83D2EA8}" type="slidenum">
              <a:rPr/>
              <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62351701" name="Slide Image Placeholder 1"/>
          <p:cNvSpPr>
            <a:spLocks noChangeAspect="1" noGrp="1" noRot="1"/>
          </p:cNvSpPr>
          <p:nvPr>
            <p:ph type="sldImg"/>
          </p:nvPr>
        </p:nvSpPr>
        <p:spPr bwMode="auto"/>
      </p:sp>
      <p:sp>
        <p:nvSpPr>
          <p:cNvPr id="1154740744" name="Notes Placeholder 2"/>
          <p:cNvSpPr>
            <a:spLocks noGrp="1"/>
          </p:cNvSpPr>
          <p:nvPr>
            <p:ph type="body" idx="1"/>
          </p:nvPr>
        </p:nvSpPr>
        <p:spPr bwMode="auto"/>
        <p:txBody>
          <a:bodyPr/>
          <a:lstStyle/>
          <a:p>
            <a:pPr>
              <a:defRPr/>
            </a:pPr>
            <a:endParaRPr/>
          </a:p>
        </p:txBody>
      </p:sp>
      <p:sp>
        <p:nvSpPr>
          <p:cNvPr id="779223610" name="Slide Number Placeholder 3"/>
          <p:cNvSpPr>
            <a:spLocks noGrp="1"/>
          </p:cNvSpPr>
          <p:nvPr>
            <p:ph type="sldNum" sz="quarter" idx="10"/>
          </p:nvPr>
        </p:nvSpPr>
        <p:spPr bwMode="auto"/>
        <p:txBody>
          <a:bodyPr/>
          <a:lstStyle/>
          <a:p>
            <a:pPr>
              <a:defRPr/>
            </a:pPr>
            <a:fld id="{6F9A288E-6814-F26C-839D-08BA84562618}" type="slidenum">
              <a:rPr/>
              <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07529167" name="Slide Image Placeholder 1"/>
          <p:cNvSpPr>
            <a:spLocks noChangeAspect="1" noGrp="1" noRot="1"/>
          </p:cNvSpPr>
          <p:nvPr>
            <p:ph type="sldImg"/>
          </p:nvPr>
        </p:nvSpPr>
        <p:spPr bwMode="auto"/>
      </p:sp>
      <p:sp>
        <p:nvSpPr>
          <p:cNvPr id="1884799683" name="Notes Placeholder 2"/>
          <p:cNvSpPr>
            <a:spLocks noGrp="1"/>
          </p:cNvSpPr>
          <p:nvPr>
            <p:ph type="body" idx="1"/>
          </p:nvPr>
        </p:nvSpPr>
        <p:spPr bwMode="auto"/>
        <p:txBody>
          <a:bodyPr/>
          <a:lstStyle/>
          <a:p>
            <a:pPr>
              <a:defRPr/>
            </a:pPr>
            <a:endParaRPr/>
          </a:p>
        </p:txBody>
      </p:sp>
      <p:sp>
        <p:nvSpPr>
          <p:cNvPr id="1461846482" name="Slide Number Placeholder 3"/>
          <p:cNvSpPr>
            <a:spLocks noGrp="1"/>
          </p:cNvSpPr>
          <p:nvPr>
            <p:ph type="sldNum" sz="quarter" idx="10"/>
          </p:nvPr>
        </p:nvSpPr>
        <p:spPr bwMode="auto"/>
        <p:txBody>
          <a:bodyPr/>
          <a:lstStyle/>
          <a:p>
            <a:pPr>
              <a:defRPr/>
            </a:pPr>
            <a:fld id="{35DE5430-809A-928A-A542-405C7FD25D2C}" type="slidenum">
              <a:rPr/>
              <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07224469" name="Slide Image Placeholder 1"/>
          <p:cNvSpPr>
            <a:spLocks noChangeAspect="1" noGrp="1" noRot="1"/>
          </p:cNvSpPr>
          <p:nvPr>
            <p:ph type="sldImg"/>
          </p:nvPr>
        </p:nvSpPr>
        <p:spPr bwMode="auto"/>
      </p:sp>
      <p:sp>
        <p:nvSpPr>
          <p:cNvPr id="1114619675" name="Notes Placeholder 2"/>
          <p:cNvSpPr>
            <a:spLocks noGrp="1"/>
          </p:cNvSpPr>
          <p:nvPr>
            <p:ph type="body" idx="1"/>
          </p:nvPr>
        </p:nvSpPr>
        <p:spPr bwMode="auto"/>
        <p:txBody>
          <a:bodyPr/>
          <a:lstStyle/>
          <a:p>
            <a:pPr>
              <a:defRPr/>
            </a:pPr>
            <a:endParaRPr/>
          </a:p>
        </p:txBody>
      </p:sp>
      <p:sp>
        <p:nvSpPr>
          <p:cNvPr id="1013098991" name="Slide Number Placeholder 3"/>
          <p:cNvSpPr>
            <a:spLocks noGrp="1"/>
          </p:cNvSpPr>
          <p:nvPr>
            <p:ph type="sldNum" sz="quarter" idx="10"/>
          </p:nvPr>
        </p:nvSpPr>
        <p:spPr bwMode="auto"/>
        <p:txBody>
          <a:bodyPr/>
          <a:lstStyle/>
          <a:p>
            <a:pPr>
              <a:defRPr/>
            </a:pPr>
            <a:fld id="{7615F4FE-82B4-FE68-4C10-E68169046F04}" type="slidenum">
              <a:rPr/>
              <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70969103" name="Slide Image Placeholder 1"/>
          <p:cNvSpPr>
            <a:spLocks noChangeAspect="1" noGrp="1" noRot="1"/>
          </p:cNvSpPr>
          <p:nvPr>
            <p:ph type="sldImg"/>
          </p:nvPr>
        </p:nvSpPr>
        <p:spPr bwMode="auto"/>
      </p:sp>
      <p:sp>
        <p:nvSpPr>
          <p:cNvPr id="1769847322" name="Notes Placeholder 2"/>
          <p:cNvSpPr>
            <a:spLocks noGrp="1"/>
          </p:cNvSpPr>
          <p:nvPr>
            <p:ph type="body" idx="1"/>
          </p:nvPr>
        </p:nvSpPr>
        <p:spPr bwMode="auto"/>
        <p:txBody>
          <a:bodyPr/>
          <a:lstStyle/>
          <a:p>
            <a:pPr>
              <a:defRPr/>
            </a:pPr>
            <a:endParaRPr/>
          </a:p>
        </p:txBody>
      </p:sp>
      <p:sp>
        <p:nvSpPr>
          <p:cNvPr id="1350505152" name="Slide Number Placeholder 3"/>
          <p:cNvSpPr>
            <a:spLocks noGrp="1"/>
          </p:cNvSpPr>
          <p:nvPr>
            <p:ph type="sldNum" sz="quarter" idx="10"/>
          </p:nvPr>
        </p:nvSpPr>
        <p:spPr bwMode="auto"/>
        <p:txBody>
          <a:bodyPr/>
          <a:lstStyle/>
          <a:p>
            <a:pPr>
              <a:defRPr/>
            </a:pPr>
            <a:fld id="{F4CCE025-10A5-3677-46D9-0FB97248EE3B}" type="slidenum">
              <a:rPr/>
              <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69053323" name="Slide Image Placeholder 1"/>
          <p:cNvSpPr>
            <a:spLocks noChangeAspect="1" noGrp="1" noRot="1"/>
          </p:cNvSpPr>
          <p:nvPr>
            <p:ph type="sldImg"/>
          </p:nvPr>
        </p:nvSpPr>
        <p:spPr bwMode="auto"/>
      </p:sp>
      <p:sp>
        <p:nvSpPr>
          <p:cNvPr id="1977710422" name="Notes Placeholder 2"/>
          <p:cNvSpPr>
            <a:spLocks noGrp="1"/>
          </p:cNvSpPr>
          <p:nvPr>
            <p:ph type="body" idx="1"/>
          </p:nvPr>
        </p:nvSpPr>
        <p:spPr bwMode="auto"/>
        <p:txBody>
          <a:bodyPr/>
          <a:lstStyle/>
          <a:p>
            <a:pPr>
              <a:defRPr/>
            </a:pPr>
            <a:endParaRPr/>
          </a:p>
        </p:txBody>
      </p:sp>
      <p:sp>
        <p:nvSpPr>
          <p:cNvPr id="308613243" name="Slide Number Placeholder 3"/>
          <p:cNvSpPr>
            <a:spLocks noGrp="1"/>
          </p:cNvSpPr>
          <p:nvPr>
            <p:ph type="sldNum" sz="quarter" idx="10"/>
          </p:nvPr>
        </p:nvSpPr>
        <p:spPr bwMode="auto"/>
        <p:txBody>
          <a:bodyPr/>
          <a:lstStyle/>
          <a:p>
            <a:pPr>
              <a:defRPr/>
            </a:pPr>
            <a:fld id="{1B01CEE4-8AF1-45C4-EEAE-2E1F44F82F73}" type="slidenum">
              <a:rPr/>
              <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67523903" name="Slide Image Placeholder 1"/>
          <p:cNvSpPr>
            <a:spLocks noChangeAspect="1" noGrp="1" noRot="1"/>
          </p:cNvSpPr>
          <p:nvPr>
            <p:ph type="sldImg"/>
          </p:nvPr>
        </p:nvSpPr>
        <p:spPr bwMode="auto"/>
      </p:sp>
      <p:sp>
        <p:nvSpPr>
          <p:cNvPr id="452392406" name="Notes Placeholder 2"/>
          <p:cNvSpPr>
            <a:spLocks noGrp="1"/>
          </p:cNvSpPr>
          <p:nvPr>
            <p:ph type="body" idx="1"/>
          </p:nvPr>
        </p:nvSpPr>
        <p:spPr bwMode="auto"/>
        <p:txBody>
          <a:bodyPr/>
          <a:lstStyle/>
          <a:p>
            <a:pPr>
              <a:defRPr/>
            </a:pPr>
            <a:endParaRPr/>
          </a:p>
        </p:txBody>
      </p:sp>
      <p:sp>
        <p:nvSpPr>
          <p:cNvPr id="1667971884" name="Slide Number Placeholder 3"/>
          <p:cNvSpPr>
            <a:spLocks noGrp="1"/>
          </p:cNvSpPr>
          <p:nvPr>
            <p:ph type="sldNum" sz="quarter" idx="10"/>
          </p:nvPr>
        </p:nvSpPr>
        <p:spPr bwMode="auto"/>
        <p:txBody>
          <a:bodyPr/>
          <a:lstStyle/>
          <a:p>
            <a:pPr>
              <a:defRPr/>
            </a:pPr>
            <a:fld id="{FF20D616-ACC0-672A-9F4E-48C3975B07A3}" type="slidenum">
              <a:rPr/>
              <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90835429" name="Slide Image Placeholder 1"/>
          <p:cNvSpPr>
            <a:spLocks noChangeAspect="1" noGrp="1" noRot="1"/>
          </p:cNvSpPr>
          <p:nvPr>
            <p:ph type="sldImg"/>
          </p:nvPr>
        </p:nvSpPr>
        <p:spPr bwMode="auto"/>
      </p:sp>
      <p:sp>
        <p:nvSpPr>
          <p:cNvPr id="31243696" name="Notes Placeholder 2"/>
          <p:cNvSpPr>
            <a:spLocks noGrp="1"/>
          </p:cNvSpPr>
          <p:nvPr>
            <p:ph type="body" idx="1"/>
          </p:nvPr>
        </p:nvSpPr>
        <p:spPr bwMode="auto"/>
        <p:txBody>
          <a:bodyPr/>
          <a:lstStyle/>
          <a:p>
            <a:pPr>
              <a:defRPr/>
            </a:pPr>
            <a:endParaRPr/>
          </a:p>
        </p:txBody>
      </p:sp>
      <p:sp>
        <p:nvSpPr>
          <p:cNvPr id="624393521" name="Slide Number Placeholder 3"/>
          <p:cNvSpPr>
            <a:spLocks noGrp="1"/>
          </p:cNvSpPr>
          <p:nvPr>
            <p:ph type="sldNum" sz="quarter" idx="10"/>
          </p:nvPr>
        </p:nvSpPr>
        <p:spPr bwMode="auto"/>
        <p:txBody>
          <a:bodyPr/>
          <a:lstStyle/>
          <a:p>
            <a:pPr>
              <a:defRPr/>
            </a:pPr>
            <a:fld id="{3FB30EA6-7778-8842-6180-EF5790EBA0BC}" type="slidenum">
              <a:rPr/>
              <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9167881" name="Slide Image Placeholder 1"/>
          <p:cNvSpPr>
            <a:spLocks noChangeAspect="1" noGrp="1" noRot="1"/>
          </p:cNvSpPr>
          <p:nvPr>
            <p:ph type="sldImg"/>
          </p:nvPr>
        </p:nvSpPr>
        <p:spPr bwMode="auto"/>
      </p:sp>
      <p:sp>
        <p:nvSpPr>
          <p:cNvPr id="698840093" name="Notes Placeholder 2"/>
          <p:cNvSpPr>
            <a:spLocks noGrp="1"/>
          </p:cNvSpPr>
          <p:nvPr>
            <p:ph type="body" idx="1"/>
          </p:nvPr>
        </p:nvSpPr>
        <p:spPr bwMode="auto"/>
        <p:txBody>
          <a:bodyPr/>
          <a:lstStyle/>
          <a:p>
            <a:pPr>
              <a:defRPr/>
            </a:pPr>
            <a:endParaRPr/>
          </a:p>
        </p:txBody>
      </p:sp>
      <p:sp>
        <p:nvSpPr>
          <p:cNvPr id="779140187" name="Slide Number Placeholder 3"/>
          <p:cNvSpPr>
            <a:spLocks noGrp="1"/>
          </p:cNvSpPr>
          <p:nvPr>
            <p:ph type="sldNum" sz="quarter" idx="10"/>
          </p:nvPr>
        </p:nvSpPr>
        <p:spPr bwMode="auto"/>
        <p:txBody>
          <a:bodyPr/>
          <a:lstStyle/>
          <a:p>
            <a:pPr>
              <a:defRPr/>
            </a:pPr>
            <a:fld id="{D98D482A-F057-494B-B24F-98EABBE8A51E}" type="slidenum">
              <a:rPr/>
              <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01758643" name="Slide Image Placeholder 1"/>
          <p:cNvSpPr>
            <a:spLocks noChangeAspect="1" noGrp="1" noRot="1"/>
          </p:cNvSpPr>
          <p:nvPr>
            <p:ph type="sldImg"/>
          </p:nvPr>
        </p:nvSpPr>
        <p:spPr bwMode="auto"/>
      </p:sp>
      <p:sp>
        <p:nvSpPr>
          <p:cNvPr id="849713623" name="Notes Placeholder 2"/>
          <p:cNvSpPr>
            <a:spLocks noGrp="1"/>
          </p:cNvSpPr>
          <p:nvPr>
            <p:ph type="body" idx="1"/>
          </p:nvPr>
        </p:nvSpPr>
        <p:spPr bwMode="auto"/>
        <p:txBody>
          <a:bodyPr/>
          <a:lstStyle/>
          <a:p>
            <a:pPr>
              <a:defRPr/>
            </a:pPr>
            <a:endParaRPr/>
          </a:p>
        </p:txBody>
      </p:sp>
      <p:sp>
        <p:nvSpPr>
          <p:cNvPr id="1887297265" name="Slide Number Placeholder 3"/>
          <p:cNvSpPr>
            <a:spLocks noGrp="1"/>
          </p:cNvSpPr>
          <p:nvPr>
            <p:ph type="sldNum" sz="quarter" idx="10"/>
          </p:nvPr>
        </p:nvSpPr>
        <p:spPr bwMode="auto"/>
        <p:txBody>
          <a:bodyPr/>
          <a:lstStyle/>
          <a:p>
            <a:pPr>
              <a:defRPr/>
            </a:pPr>
            <a:fld id="{C80DC00A-A7ED-C3A1-7809-67559FF1A70F}" type="slidenum">
              <a:rPr/>
              <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47941804" name="Slide Image Placeholder 1"/>
          <p:cNvSpPr>
            <a:spLocks noChangeAspect="1" noGrp="1" noRot="1"/>
          </p:cNvSpPr>
          <p:nvPr>
            <p:ph type="sldImg"/>
          </p:nvPr>
        </p:nvSpPr>
        <p:spPr bwMode="auto"/>
      </p:sp>
      <p:sp>
        <p:nvSpPr>
          <p:cNvPr id="2037544525" name="Notes Placeholder 2"/>
          <p:cNvSpPr>
            <a:spLocks noGrp="1"/>
          </p:cNvSpPr>
          <p:nvPr>
            <p:ph type="body" idx="1"/>
          </p:nvPr>
        </p:nvSpPr>
        <p:spPr bwMode="auto"/>
        <p:txBody>
          <a:bodyPr/>
          <a:lstStyle/>
          <a:p>
            <a:pPr>
              <a:defRPr/>
            </a:pPr>
            <a:endParaRPr/>
          </a:p>
        </p:txBody>
      </p:sp>
      <p:sp>
        <p:nvSpPr>
          <p:cNvPr id="1806989687" name="Slide Number Placeholder 3"/>
          <p:cNvSpPr>
            <a:spLocks noGrp="1"/>
          </p:cNvSpPr>
          <p:nvPr>
            <p:ph type="sldNum" sz="quarter" idx="10"/>
          </p:nvPr>
        </p:nvSpPr>
        <p:spPr bwMode="auto"/>
        <p:txBody>
          <a:bodyPr/>
          <a:lstStyle/>
          <a:p>
            <a:pPr>
              <a:defRPr/>
            </a:pPr>
            <a:fld id="{C836AA76-3196-E6A5-8883-CB0F1DBEB21A}" type="slidenum">
              <a:rPr/>
              <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83946504" name="Slide Image Placeholder 1"/>
          <p:cNvSpPr>
            <a:spLocks noChangeAspect="1" noGrp="1" noRot="1"/>
          </p:cNvSpPr>
          <p:nvPr>
            <p:ph type="sldImg"/>
          </p:nvPr>
        </p:nvSpPr>
        <p:spPr bwMode="auto"/>
      </p:sp>
      <p:sp>
        <p:nvSpPr>
          <p:cNvPr id="948370879" name="Notes Placeholder 2"/>
          <p:cNvSpPr>
            <a:spLocks noGrp="1"/>
          </p:cNvSpPr>
          <p:nvPr>
            <p:ph type="body" idx="1"/>
          </p:nvPr>
        </p:nvSpPr>
        <p:spPr bwMode="auto"/>
        <p:txBody>
          <a:bodyPr/>
          <a:lstStyle/>
          <a:p>
            <a:pPr>
              <a:defRPr/>
            </a:pPr>
            <a:endParaRPr/>
          </a:p>
        </p:txBody>
      </p:sp>
      <p:sp>
        <p:nvSpPr>
          <p:cNvPr id="1549719610" name="Slide Number Placeholder 3"/>
          <p:cNvSpPr>
            <a:spLocks noGrp="1"/>
          </p:cNvSpPr>
          <p:nvPr>
            <p:ph type="sldNum" sz="quarter" idx="10"/>
          </p:nvPr>
        </p:nvSpPr>
        <p:spPr bwMode="auto"/>
        <p:txBody>
          <a:bodyPr/>
          <a:lstStyle/>
          <a:p>
            <a:pPr>
              <a:defRPr/>
            </a:pPr>
            <a:fld id="{7071D1C9-C70B-4B12-046D-64B4D8F6F1BE}" type="slidenum">
              <a:rPr/>
              <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820717" name="Slide Image Placeholder 1"/>
          <p:cNvSpPr>
            <a:spLocks noChangeAspect="1" noGrp="1" noRot="1"/>
          </p:cNvSpPr>
          <p:nvPr>
            <p:ph type="sldImg"/>
          </p:nvPr>
        </p:nvSpPr>
        <p:spPr bwMode="auto"/>
      </p:sp>
      <p:sp>
        <p:nvSpPr>
          <p:cNvPr id="1267151" name="Notes Placeholder 2"/>
          <p:cNvSpPr>
            <a:spLocks noGrp="1"/>
          </p:cNvSpPr>
          <p:nvPr>
            <p:ph type="body" idx="1"/>
          </p:nvPr>
        </p:nvSpPr>
        <p:spPr bwMode="auto"/>
        <p:txBody>
          <a:bodyPr/>
          <a:lstStyle/>
          <a:p>
            <a:pPr>
              <a:defRPr/>
            </a:pPr>
            <a:endParaRPr/>
          </a:p>
        </p:txBody>
      </p:sp>
      <p:sp>
        <p:nvSpPr>
          <p:cNvPr id="1912932990" name="Slide Number Placeholder 3"/>
          <p:cNvSpPr>
            <a:spLocks noGrp="1"/>
          </p:cNvSpPr>
          <p:nvPr>
            <p:ph type="sldNum" sz="quarter" idx="10"/>
          </p:nvPr>
        </p:nvSpPr>
        <p:spPr bwMode="auto"/>
        <p:txBody>
          <a:bodyPr/>
          <a:lstStyle/>
          <a:p>
            <a:pPr>
              <a:defRPr/>
            </a:pPr>
            <a:fld id="{EB6175FE-0FE3-F89D-25A3-4A3B999D88C4}" type="slidenum">
              <a:rPr/>
              <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01616053" name="Slide Image Placeholder 1"/>
          <p:cNvSpPr>
            <a:spLocks noChangeAspect="1" noGrp="1" noRot="1"/>
          </p:cNvSpPr>
          <p:nvPr>
            <p:ph type="sldImg"/>
          </p:nvPr>
        </p:nvSpPr>
        <p:spPr bwMode="auto"/>
      </p:sp>
      <p:sp>
        <p:nvSpPr>
          <p:cNvPr id="882388545" name="Notes Placeholder 2"/>
          <p:cNvSpPr>
            <a:spLocks noGrp="1"/>
          </p:cNvSpPr>
          <p:nvPr>
            <p:ph type="body" idx="1"/>
          </p:nvPr>
        </p:nvSpPr>
        <p:spPr bwMode="auto"/>
        <p:txBody>
          <a:bodyPr/>
          <a:lstStyle/>
          <a:p>
            <a:pPr>
              <a:defRPr/>
            </a:pPr>
            <a:endParaRPr/>
          </a:p>
        </p:txBody>
      </p:sp>
      <p:sp>
        <p:nvSpPr>
          <p:cNvPr id="1246371748" name="Slide Number Placeholder 3"/>
          <p:cNvSpPr>
            <a:spLocks noGrp="1"/>
          </p:cNvSpPr>
          <p:nvPr>
            <p:ph type="sldNum" sz="quarter" idx="10"/>
          </p:nvPr>
        </p:nvSpPr>
        <p:spPr bwMode="auto"/>
        <p:txBody>
          <a:bodyPr/>
          <a:lstStyle/>
          <a:p>
            <a:pPr>
              <a:defRPr/>
            </a:pPr>
            <a:fld id="{78AACCDE-77AC-7FED-2545-6783D359FCA1}" type="slidenum">
              <a:rPr/>
              <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6877519" name="Slide Image Placeholder 1"/>
          <p:cNvSpPr>
            <a:spLocks noChangeAspect="1" noGrp="1" noRot="1"/>
          </p:cNvSpPr>
          <p:nvPr>
            <p:ph type="sldImg"/>
          </p:nvPr>
        </p:nvSpPr>
        <p:spPr bwMode="auto"/>
      </p:sp>
      <p:sp>
        <p:nvSpPr>
          <p:cNvPr id="934056451" name="Notes Placeholder 2"/>
          <p:cNvSpPr>
            <a:spLocks noGrp="1"/>
          </p:cNvSpPr>
          <p:nvPr>
            <p:ph type="body" idx="1"/>
          </p:nvPr>
        </p:nvSpPr>
        <p:spPr bwMode="auto"/>
        <p:txBody>
          <a:bodyPr/>
          <a:lstStyle/>
          <a:p>
            <a:pPr>
              <a:defRPr/>
            </a:pPr>
            <a:endParaRPr/>
          </a:p>
        </p:txBody>
      </p:sp>
      <p:sp>
        <p:nvSpPr>
          <p:cNvPr id="453913409" name="Slide Number Placeholder 3"/>
          <p:cNvSpPr>
            <a:spLocks noGrp="1"/>
          </p:cNvSpPr>
          <p:nvPr>
            <p:ph type="sldNum" sz="quarter" idx="10"/>
          </p:nvPr>
        </p:nvSpPr>
        <p:spPr bwMode="auto"/>
        <p:txBody>
          <a:bodyPr/>
          <a:lstStyle/>
          <a:p>
            <a:pPr>
              <a:defRPr/>
            </a:pPr>
            <a:fld id="{B06E6CBC-4E53-DB9A-024F-2355B6110ACF}" type="slidenum">
              <a:rPr/>
              <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85933649" name="Slide Image Placeholder 1"/>
          <p:cNvSpPr>
            <a:spLocks noChangeAspect="1" noGrp="1" noRot="1"/>
          </p:cNvSpPr>
          <p:nvPr>
            <p:ph type="sldImg"/>
          </p:nvPr>
        </p:nvSpPr>
        <p:spPr bwMode="auto"/>
      </p:sp>
      <p:sp>
        <p:nvSpPr>
          <p:cNvPr id="77116407" name="Notes Placeholder 2"/>
          <p:cNvSpPr>
            <a:spLocks noGrp="1"/>
          </p:cNvSpPr>
          <p:nvPr>
            <p:ph type="body" idx="1"/>
          </p:nvPr>
        </p:nvSpPr>
        <p:spPr bwMode="auto"/>
        <p:txBody>
          <a:bodyPr/>
          <a:lstStyle/>
          <a:p>
            <a:pPr>
              <a:defRPr/>
            </a:pPr>
            <a:endParaRPr/>
          </a:p>
        </p:txBody>
      </p:sp>
      <p:sp>
        <p:nvSpPr>
          <p:cNvPr id="1166942029" name="Slide Number Placeholder 3"/>
          <p:cNvSpPr>
            <a:spLocks noGrp="1"/>
          </p:cNvSpPr>
          <p:nvPr>
            <p:ph type="sldNum" sz="quarter" idx="10"/>
          </p:nvPr>
        </p:nvSpPr>
        <p:spPr bwMode="auto"/>
        <p:txBody>
          <a:bodyPr/>
          <a:lstStyle/>
          <a:p>
            <a:pPr>
              <a:defRPr/>
            </a:pPr>
            <a:fld id="{1B9389F1-CC62-A9C9-3A1B-3297D49B8A2F}" type="slidenum">
              <a:rPr/>
              <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42823732" name="Slide Image Placeholder 1"/>
          <p:cNvSpPr>
            <a:spLocks noChangeAspect="1" noGrp="1" noRot="1"/>
          </p:cNvSpPr>
          <p:nvPr>
            <p:ph type="sldImg"/>
          </p:nvPr>
        </p:nvSpPr>
        <p:spPr bwMode="auto"/>
      </p:sp>
      <p:sp>
        <p:nvSpPr>
          <p:cNvPr id="690393160" name="Notes Placeholder 2"/>
          <p:cNvSpPr>
            <a:spLocks noGrp="1"/>
          </p:cNvSpPr>
          <p:nvPr>
            <p:ph type="body" idx="1"/>
          </p:nvPr>
        </p:nvSpPr>
        <p:spPr bwMode="auto"/>
        <p:txBody>
          <a:bodyPr/>
          <a:lstStyle/>
          <a:p>
            <a:pPr>
              <a:defRPr/>
            </a:pPr>
            <a:endParaRPr/>
          </a:p>
        </p:txBody>
      </p:sp>
      <p:sp>
        <p:nvSpPr>
          <p:cNvPr id="1162031896" name="Slide Number Placeholder 3"/>
          <p:cNvSpPr>
            <a:spLocks noGrp="1"/>
          </p:cNvSpPr>
          <p:nvPr>
            <p:ph type="sldNum" sz="quarter" idx="10"/>
          </p:nvPr>
        </p:nvSpPr>
        <p:spPr bwMode="auto"/>
        <p:txBody>
          <a:bodyPr/>
          <a:lstStyle/>
          <a:p>
            <a:pPr>
              <a:defRPr/>
            </a:pPr>
            <a:fld id="{7556C877-49E1-4782-4A70-D690BAF60633}" type="slidenum">
              <a:rPr/>
              <a:t/>
            </a:fld>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Diapositiva de título">
    <p:spTree>
      <p:nvGrpSpPr>
        <p:cNvPr id="1" name=""/>
        <p:cNvGrpSpPr/>
        <p:nvPr/>
      </p:nvGrpSpPr>
      <p:grpSpPr bwMode="auto">
        <a:xfrm>
          <a:off x="0" y="0"/>
          <a:ext cx="0" cy="0"/>
          <a:chOff x="0" y="0"/>
          <a:chExt cx="0" cy="0"/>
        </a:xfrm>
      </p:grpSpPr>
      <p:sp>
        <p:nvSpPr>
          <p:cNvPr id="705808209" name="Título 1"/>
          <p:cNvSpPr>
            <a:spLocks noGrp="1"/>
          </p:cNvSpPr>
          <p:nvPr>
            <p:ph type="ctrTitle"/>
          </p:nvPr>
        </p:nvSpPr>
        <p:spPr bwMode="auto">
          <a:xfrm>
            <a:off x="1524000" y="1122363"/>
            <a:ext cx="9144000" cy="2387600"/>
          </a:xfrm>
        </p:spPr>
        <p:txBody>
          <a:bodyPr anchor="b"/>
          <a:lstStyle>
            <a:lvl1pPr algn="ctr">
              <a:defRPr sz="6000"/>
            </a:lvl1pPr>
          </a:lstStyle>
          <a:p>
            <a:pPr>
              <a:defRPr/>
            </a:pPr>
            <a:r>
              <a:rPr lang="es-ES"/>
              <a:t>Haga clic para modificar el estilo de título del patrón</a:t>
            </a:r>
            <a:endParaRPr lang="es-ES"/>
          </a:p>
        </p:txBody>
      </p:sp>
      <p:sp>
        <p:nvSpPr>
          <p:cNvPr id="726981595" name="Subtítulo 2"/>
          <p:cNvSpPr>
            <a:spLocks noGrp="1"/>
          </p:cNvSpPr>
          <p:nvPr>
            <p:ph type="subTitle" idx="1"/>
          </p:nvPr>
        </p:nvSpPr>
        <p:spPr bwMode="auto">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es-ES"/>
              <a:t>Haga clic para modificar el estilo de subtítulo del patrón</a:t>
            </a:r>
            <a:endParaRPr lang="es-ES"/>
          </a:p>
        </p:txBody>
      </p:sp>
      <p:sp>
        <p:nvSpPr>
          <p:cNvPr id="810830355" name="Marcador de fecha 3"/>
          <p:cNvSpPr>
            <a:spLocks noGrp="1"/>
          </p:cNvSpPr>
          <p:nvPr>
            <p:ph type="dt" sz="half" idx="10"/>
          </p:nvPr>
        </p:nvSpPr>
        <p:spPr bwMode="auto"/>
        <p:txBody>
          <a:bodyPr/>
          <a:lstStyle/>
          <a:p>
            <a:pPr>
              <a:defRPr/>
            </a:pPr>
            <a:fld id="{BCC18F51-09EC-435C-A3BA-64A766E099C0}" type="datetimeFigureOut">
              <a:rPr lang="es-ES"/>
              <a:t>30.10.2013</a:t>
            </a:fld>
            <a:endParaRPr lang="es-ES"/>
          </a:p>
        </p:txBody>
      </p:sp>
      <p:sp>
        <p:nvSpPr>
          <p:cNvPr id="1852144675" name="Marcador de pie de página 4"/>
          <p:cNvSpPr>
            <a:spLocks noGrp="1"/>
          </p:cNvSpPr>
          <p:nvPr>
            <p:ph type="ftr" sz="quarter" idx="11"/>
          </p:nvPr>
        </p:nvSpPr>
        <p:spPr bwMode="auto"/>
        <p:txBody>
          <a:bodyPr/>
          <a:lstStyle/>
          <a:p>
            <a:pPr>
              <a:defRPr/>
            </a:pPr>
            <a:endParaRPr lang="es-ES"/>
          </a:p>
        </p:txBody>
      </p:sp>
      <p:sp>
        <p:nvSpPr>
          <p:cNvPr id="477914956" name="Marcador de número de diapositiva 5"/>
          <p:cNvSpPr>
            <a:spLocks noGrp="1"/>
          </p:cNvSpPr>
          <p:nvPr>
            <p:ph type="sldNum" sz="quarter" idx="12"/>
          </p:nvPr>
        </p:nvSpPr>
        <p:spPr bwMode="auto"/>
        <p:txBody>
          <a:bodyPr/>
          <a:lstStyle/>
          <a:p>
            <a:pPr>
              <a:defRPr/>
            </a:pPr>
            <a:fld id="{08395586-F03A-48D1-94DF-16B239DF4FB5}" type="slidenum">
              <a:rPr lang="es-ES"/>
              <a:t>‹#›</a:t>
            </a:fld>
            <a:endParaRPr lang="es-E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ítulo y objetos">
    <p:spTree>
      <p:nvGrpSpPr>
        <p:cNvPr id="1" name=""/>
        <p:cNvGrpSpPr/>
        <p:nvPr/>
      </p:nvGrpSpPr>
      <p:grpSpPr bwMode="auto">
        <a:xfrm>
          <a:off x="0" y="0"/>
          <a:ext cx="0" cy="0"/>
          <a:chOff x="0" y="0"/>
          <a:chExt cx="0" cy="0"/>
        </a:xfrm>
      </p:grpSpPr>
      <p:sp>
        <p:nvSpPr>
          <p:cNvPr id="294093349" name="Title 1"/>
          <p:cNvSpPr>
            <a:spLocks noGrp="1"/>
          </p:cNvSpPr>
          <p:nvPr>
            <p:ph type="title"/>
          </p:nvPr>
        </p:nvSpPr>
        <p:spPr bwMode="auto"/>
        <p:txBody>
          <a:bodyPr/>
          <a:lstStyle/>
          <a:p>
            <a:pPr>
              <a:defRPr/>
            </a:pPr>
            <a:r>
              <a:rPr lang="es-ES"/>
              <a:t>Haga clic para modificar el estilo de título del patrón</a:t>
            </a:r>
            <a:endParaRPr lang="es-ES"/>
          </a:p>
        </p:txBody>
      </p:sp>
      <p:sp>
        <p:nvSpPr>
          <p:cNvPr id="1426870344" name="Marcador de contenido 2"/>
          <p:cNvSpPr>
            <a:spLocks noGrp="1"/>
          </p:cNvSpPr>
          <p:nvPr>
            <p:ph idx="1"/>
          </p:nvPr>
        </p:nvSpPr>
        <p:spPr bwMode="auto"/>
        <p:txBody>
          <a:bodyPr/>
          <a:lstStyle/>
          <a:p>
            <a:pPr lvl="0">
              <a:defRPr/>
            </a:pPr>
            <a:r>
              <a:rPr lang="es-ES"/>
              <a:t>Haga clic para modificar el estilo de texto del patrón</a:t>
            </a:r>
            <a:endParaRPr/>
          </a:p>
          <a:p>
            <a:pPr lvl="1">
              <a:defRPr/>
            </a:pPr>
            <a:r>
              <a:rPr lang="es-ES"/>
              <a:t>Segundo nivel</a:t>
            </a:r>
            <a:endParaRPr/>
          </a:p>
          <a:p>
            <a:pPr lvl="2">
              <a:defRPr/>
            </a:pPr>
            <a:r>
              <a:rPr lang="es-ES"/>
              <a:t>Tercer nivel</a:t>
            </a:r>
            <a:endParaRPr/>
          </a:p>
          <a:p>
            <a:pPr lvl="3">
              <a:defRPr/>
            </a:pPr>
            <a:r>
              <a:rPr lang="es-ES"/>
              <a:t>Cuarto nivel</a:t>
            </a:r>
            <a:endParaRPr/>
          </a:p>
          <a:p>
            <a:pPr lvl="4">
              <a:defRPr/>
            </a:pPr>
            <a:r>
              <a:rPr lang="es-ES"/>
              <a:t>Quinto nivel</a:t>
            </a:r>
            <a:endParaRPr lang="es-ES"/>
          </a:p>
        </p:txBody>
      </p:sp>
      <p:sp>
        <p:nvSpPr>
          <p:cNvPr id="307180251" name="Marcador de fecha 3"/>
          <p:cNvSpPr>
            <a:spLocks noGrp="1"/>
          </p:cNvSpPr>
          <p:nvPr>
            <p:ph type="dt" sz="half" idx="10"/>
          </p:nvPr>
        </p:nvSpPr>
        <p:spPr bwMode="auto"/>
        <p:txBody>
          <a:bodyPr/>
          <a:lstStyle/>
          <a:p>
            <a:pPr>
              <a:defRPr/>
            </a:pPr>
            <a:fld id="{BCC18F51-09EC-435C-A3BA-64A766E099C0}" type="datetimeFigureOut">
              <a:rPr lang="es-ES"/>
              <a:t>30.10.2013</a:t>
            </a:fld>
            <a:endParaRPr lang="es-ES"/>
          </a:p>
        </p:txBody>
      </p:sp>
      <p:sp>
        <p:nvSpPr>
          <p:cNvPr id="332744138" name="Marcador de pie de página 4"/>
          <p:cNvSpPr>
            <a:spLocks noGrp="1"/>
          </p:cNvSpPr>
          <p:nvPr>
            <p:ph type="ftr" sz="quarter" idx="11"/>
          </p:nvPr>
        </p:nvSpPr>
        <p:spPr bwMode="auto"/>
        <p:txBody>
          <a:bodyPr/>
          <a:lstStyle/>
          <a:p>
            <a:pPr>
              <a:defRPr/>
            </a:pPr>
            <a:endParaRPr lang="es-ES"/>
          </a:p>
        </p:txBody>
      </p:sp>
      <p:sp>
        <p:nvSpPr>
          <p:cNvPr id="980948241" name="Marcador de número de diapositiva 5"/>
          <p:cNvSpPr>
            <a:spLocks noGrp="1"/>
          </p:cNvSpPr>
          <p:nvPr>
            <p:ph type="sldNum" sz="quarter" idx="12"/>
          </p:nvPr>
        </p:nvSpPr>
        <p:spPr bwMode="auto"/>
        <p:txBody>
          <a:bodyPr/>
          <a:lstStyle/>
          <a:p>
            <a:pPr>
              <a:defRPr/>
            </a:pPr>
            <a:fld id="{08395586-F03A-48D1-94DF-16B239DF4FB5}" type="slidenum">
              <a:rPr lang="es-ES"/>
              <a:t>‹#›</a:t>
            </a:fld>
            <a:endParaRPr lang="es-E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Encabezado de sección">
    <p:spTree>
      <p:nvGrpSpPr>
        <p:cNvPr id="1" name=""/>
        <p:cNvGrpSpPr/>
        <p:nvPr/>
      </p:nvGrpSpPr>
      <p:grpSpPr bwMode="auto">
        <a:xfrm>
          <a:off x="0" y="0"/>
          <a:ext cx="0" cy="0"/>
          <a:chOff x="0" y="0"/>
          <a:chExt cx="0" cy="0"/>
        </a:xfrm>
      </p:grpSpPr>
      <p:sp>
        <p:nvSpPr>
          <p:cNvPr id="20789771" name="Título 1"/>
          <p:cNvSpPr>
            <a:spLocks noGrp="1"/>
          </p:cNvSpPr>
          <p:nvPr>
            <p:ph type="title"/>
          </p:nvPr>
        </p:nvSpPr>
        <p:spPr bwMode="auto">
          <a:xfrm>
            <a:off x="831850" y="1709738"/>
            <a:ext cx="10515600" cy="2852737"/>
          </a:xfrm>
        </p:spPr>
        <p:txBody>
          <a:bodyPr anchor="b"/>
          <a:lstStyle>
            <a:lvl1pPr>
              <a:defRPr sz="6000"/>
            </a:lvl1pPr>
          </a:lstStyle>
          <a:p>
            <a:pPr>
              <a:defRPr/>
            </a:pPr>
            <a:r>
              <a:rPr lang="es-ES"/>
              <a:t>Haga clic para modificar el estilo de título del patrón</a:t>
            </a:r>
            <a:endParaRPr lang="es-ES"/>
          </a:p>
        </p:txBody>
      </p:sp>
      <p:sp>
        <p:nvSpPr>
          <p:cNvPr id="347413426" name="Marcador de texto 2"/>
          <p:cNvSpPr>
            <a:spLocks noGrp="1"/>
          </p:cNvSpPr>
          <p:nvPr>
            <p:ph type="body" idx="1"/>
          </p:nvPr>
        </p:nvSpPr>
        <p:spPr bwMode="auto">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defRPr/>
            </a:pPr>
            <a:r>
              <a:rPr lang="es-ES"/>
              <a:t>Haga clic para modificar el estilo de texto del patrón</a:t>
            </a:r>
            <a:endParaRPr/>
          </a:p>
        </p:txBody>
      </p:sp>
      <p:sp>
        <p:nvSpPr>
          <p:cNvPr id="341319286" name="Marcador de fecha 3"/>
          <p:cNvSpPr>
            <a:spLocks noGrp="1"/>
          </p:cNvSpPr>
          <p:nvPr>
            <p:ph type="dt" sz="half" idx="10"/>
          </p:nvPr>
        </p:nvSpPr>
        <p:spPr bwMode="auto"/>
        <p:txBody>
          <a:bodyPr/>
          <a:lstStyle/>
          <a:p>
            <a:pPr>
              <a:defRPr/>
            </a:pPr>
            <a:fld id="{BCC18F51-09EC-435C-A3BA-64A766E099C0}" type="datetimeFigureOut">
              <a:rPr lang="es-ES"/>
              <a:t>30.10.2013</a:t>
            </a:fld>
            <a:endParaRPr lang="es-ES"/>
          </a:p>
        </p:txBody>
      </p:sp>
      <p:sp>
        <p:nvSpPr>
          <p:cNvPr id="1956326566" name="Marcador de pie de página 4"/>
          <p:cNvSpPr>
            <a:spLocks noGrp="1"/>
          </p:cNvSpPr>
          <p:nvPr>
            <p:ph type="ftr" sz="quarter" idx="11"/>
          </p:nvPr>
        </p:nvSpPr>
        <p:spPr bwMode="auto"/>
        <p:txBody>
          <a:bodyPr/>
          <a:lstStyle/>
          <a:p>
            <a:pPr>
              <a:defRPr/>
            </a:pPr>
            <a:endParaRPr lang="es-ES"/>
          </a:p>
        </p:txBody>
      </p:sp>
      <p:sp>
        <p:nvSpPr>
          <p:cNvPr id="1029008287" name="Marcador de número de diapositiva 5"/>
          <p:cNvSpPr>
            <a:spLocks noGrp="1"/>
          </p:cNvSpPr>
          <p:nvPr>
            <p:ph type="sldNum" sz="quarter" idx="12"/>
          </p:nvPr>
        </p:nvSpPr>
        <p:spPr bwMode="auto"/>
        <p:txBody>
          <a:bodyPr/>
          <a:lstStyle/>
          <a:p>
            <a:pPr>
              <a:defRPr/>
            </a:pPr>
            <a:fld id="{08395586-F03A-48D1-94DF-16B239DF4FB5}" type="slidenum">
              <a:rPr lang="es-ES"/>
              <a:t>‹#›</a:t>
            </a:fld>
            <a:endParaRPr lang="es-E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Dos objetos">
    <p:spTree>
      <p:nvGrpSpPr>
        <p:cNvPr id="1" name=""/>
        <p:cNvGrpSpPr/>
        <p:nvPr/>
      </p:nvGrpSpPr>
      <p:grpSpPr bwMode="auto">
        <a:xfrm>
          <a:off x="0" y="0"/>
          <a:ext cx="0" cy="0"/>
          <a:chOff x="0" y="0"/>
          <a:chExt cx="0" cy="0"/>
        </a:xfrm>
      </p:grpSpPr>
      <p:sp>
        <p:nvSpPr>
          <p:cNvPr id="718284760" name="Título 1"/>
          <p:cNvSpPr>
            <a:spLocks noGrp="1"/>
          </p:cNvSpPr>
          <p:nvPr>
            <p:ph type="title"/>
          </p:nvPr>
        </p:nvSpPr>
        <p:spPr bwMode="auto"/>
        <p:txBody>
          <a:bodyPr/>
          <a:lstStyle/>
          <a:p>
            <a:pPr>
              <a:defRPr/>
            </a:pPr>
            <a:r>
              <a:rPr lang="es-ES"/>
              <a:t>Haga clic para modificar el estilo de título del patrón</a:t>
            </a:r>
            <a:endParaRPr lang="es-ES"/>
          </a:p>
        </p:txBody>
      </p:sp>
      <p:sp>
        <p:nvSpPr>
          <p:cNvPr id="1987726728" name="Marcador de contenido 2"/>
          <p:cNvSpPr>
            <a:spLocks noGrp="1"/>
          </p:cNvSpPr>
          <p:nvPr>
            <p:ph sz="half" idx="1"/>
          </p:nvPr>
        </p:nvSpPr>
        <p:spPr bwMode="auto">
          <a:xfrm>
            <a:off x="838200" y="1825625"/>
            <a:ext cx="5181600" cy="4351338"/>
          </a:xfrm>
        </p:spPr>
        <p:txBody>
          <a:bodyPr/>
          <a:lstStyle/>
          <a:p>
            <a:pPr lvl="0">
              <a:defRPr/>
            </a:pPr>
            <a:r>
              <a:rPr lang="es-ES"/>
              <a:t>Haga clic para modificar el estilo de texto del patrón</a:t>
            </a:r>
            <a:endParaRPr/>
          </a:p>
          <a:p>
            <a:pPr lvl="1">
              <a:defRPr/>
            </a:pPr>
            <a:r>
              <a:rPr lang="es-ES"/>
              <a:t>Segundo nivel</a:t>
            </a:r>
            <a:endParaRPr/>
          </a:p>
          <a:p>
            <a:pPr lvl="2">
              <a:defRPr/>
            </a:pPr>
            <a:r>
              <a:rPr lang="es-ES"/>
              <a:t>Tercer nivel</a:t>
            </a:r>
            <a:endParaRPr/>
          </a:p>
          <a:p>
            <a:pPr lvl="3">
              <a:defRPr/>
            </a:pPr>
            <a:r>
              <a:rPr lang="es-ES"/>
              <a:t>Cuarto nivel</a:t>
            </a:r>
            <a:endParaRPr/>
          </a:p>
          <a:p>
            <a:pPr lvl="4">
              <a:defRPr/>
            </a:pPr>
            <a:r>
              <a:rPr lang="es-ES"/>
              <a:t>Quinto nivel</a:t>
            </a:r>
            <a:endParaRPr lang="es-ES"/>
          </a:p>
        </p:txBody>
      </p:sp>
      <p:sp>
        <p:nvSpPr>
          <p:cNvPr id="185497876" name="Marcador de contenido 3"/>
          <p:cNvSpPr>
            <a:spLocks noGrp="1"/>
          </p:cNvSpPr>
          <p:nvPr>
            <p:ph sz="half" idx="2"/>
          </p:nvPr>
        </p:nvSpPr>
        <p:spPr bwMode="auto">
          <a:xfrm>
            <a:off x="6172200" y="1825625"/>
            <a:ext cx="5181600" cy="4351338"/>
          </a:xfrm>
        </p:spPr>
        <p:txBody>
          <a:bodyPr/>
          <a:lstStyle/>
          <a:p>
            <a:pPr lvl="0">
              <a:defRPr/>
            </a:pPr>
            <a:r>
              <a:rPr lang="es-ES"/>
              <a:t>Haga clic para modificar el estilo de texto del patrón</a:t>
            </a:r>
            <a:endParaRPr/>
          </a:p>
          <a:p>
            <a:pPr lvl="1">
              <a:defRPr/>
            </a:pPr>
            <a:r>
              <a:rPr lang="es-ES"/>
              <a:t>Segundo nivel</a:t>
            </a:r>
            <a:endParaRPr/>
          </a:p>
          <a:p>
            <a:pPr lvl="2">
              <a:defRPr/>
            </a:pPr>
            <a:r>
              <a:rPr lang="es-ES"/>
              <a:t>Tercer nivel</a:t>
            </a:r>
            <a:endParaRPr/>
          </a:p>
          <a:p>
            <a:pPr lvl="3">
              <a:defRPr/>
            </a:pPr>
            <a:r>
              <a:rPr lang="es-ES"/>
              <a:t>Cuarto nivel</a:t>
            </a:r>
            <a:endParaRPr/>
          </a:p>
          <a:p>
            <a:pPr lvl="4">
              <a:defRPr/>
            </a:pPr>
            <a:r>
              <a:rPr lang="es-ES"/>
              <a:t>Quinto nivel</a:t>
            </a:r>
            <a:endParaRPr lang="es-ES"/>
          </a:p>
        </p:txBody>
      </p:sp>
      <p:sp>
        <p:nvSpPr>
          <p:cNvPr id="2025975864" name="Marcador de fecha 4"/>
          <p:cNvSpPr>
            <a:spLocks noGrp="1"/>
          </p:cNvSpPr>
          <p:nvPr>
            <p:ph type="dt" sz="half" idx="10"/>
          </p:nvPr>
        </p:nvSpPr>
        <p:spPr bwMode="auto"/>
        <p:txBody>
          <a:bodyPr/>
          <a:lstStyle/>
          <a:p>
            <a:pPr>
              <a:defRPr/>
            </a:pPr>
            <a:fld id="{BCC18F51-09EC-435C-A3BA-64A766E099C0}" type="datetimeFigureOut">
              <a:rPr lang="es-ES"/>
              <a:t>30.10.2013</a:t>
            </a:fld>
            <a:endParaRPr lang="es-ES"/>
          </a:p>
        </p:txBody>
      </p:sp>
      <p:sp>
        <p:nvSpPr>
          <p:cNvPr id="2080932127" name="Marcador de pie de página 5"/>
          <p:cNvSpPr>
            <a:spLocks noGrp="1"/>
          </p:cNvSpPr>
          <p:nvPr>
            <p:ph type="ftr" sz="quarter" idx="11"/>
          </p:nvPr>
        </p:nvSpPr>
        <p:spPr bwMode="auto"/>
        <p:txBody>
          <a:bodyPr/>
          <a:lstStyle/>
          <a:p>
            <a:pPr>
              <a:defRPr/>
            </a:pPr>
            <a:endParaRPr lang="es-ES"/>
          </a:p>
        </p:txBody>
      </p:sp>
      <p:sp>
        <p:nvSpPr>
          <p:cNvPr id="769199670" name="Marcador de número de diapositiva 6"/>
          <p:cNvSpPr>
            <a:spLocks noGrp="1"/>
          </p:cNvSpPr>
          <p:nvPr>
            <p:ph type="sldNum" sz="quarter" idx="12"/>
          </p:nvPr>
        </p:nvSpPr>
        <p:spPr bwMode="auto"/>
        <p:txBody>
          <a:bodyPr/>
          <a:lstStyle/>
          <a:p>
            <a:pPr>
              <a:defRPr/>
            </a:pPr>
            <a:fld id="{08395586-F03A-48D1-94DF-16B239DF4FB5}" type="slidenum">
              <a:rPr lang="es-ES"/>
              <a:t>‹#›</a:t>
            </a:fld>
            <a:endParaRPr lang="es-E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ación">
    <p:spTree>
      <p:nvGrpSpPr>
        <p:cNvPr id="1" name=""/>
        <p:cNvGrpSpPr/>
        <p:nvPr/>
      </p:nvGrpSpPr>
      <p:grpSpPr bwMode="auto">
        <a:xfrm>
          <a:off x="0" y="0"/>
          <a:ext cx="0" cy="0"/>
          <a:chOff x="0" y="0"/>
          <a:chExt cx="0" cy="0"/>
        </a:xfrm>
      </p:grpSpPr>
      <p:sp>
        <p:nvSpPr>
          <p:cNvPr id="1061533360" name="Título 1"/>
          <p:cNvSpPr>
            <a:spLocks noGrp="1"/>
          </p:cNvSpPr>
          <p:nvPr>
            <p:ph type="title"/>
          </p:nvPr>
        </p:nvSpPr>
        <p:spPr bwMode="auto">
          <a:xfrm>
            <a:off x="839788" y="365125"/>
            <a:ext cx="10515600" cy="1325563"/>
          </a:xfrm>
        </p:spPr>
        <p:txBody>
          <a:bodyPr/>
          <a:lstStyle/>
          <a:p>
            <a:pPr>
              <a:defRPr/>
            </a:pPr>
            <a:r>
              <a:rPr lang="es-ES"/>
              <a:t>Haga clic para modificar el estilo de título del patrón</a:t>
            </a:r>
            <a:endParaRPr lang="es-ES"/>
          </a:p>
        </p:txBody>
      </p:sp>
      <p:sp>
        <p:nvSpPr>
          <p:cNvPr id="585105644" name="Marcador de texto 2"/>
          <p:cNvSpPr>
            <a:spLocks noGrp="1"/>
          </p:cNvSpPr>
          <p:nvPr>
            <p:ph type="body" idx="1"/>
          </p:nvPr>
        </p:nvSpPr>
        <p:spPr bwMode="auto">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s-ES"/>
              <a:t>Haga clic para modificar el estilo de texto del patrón</a:t>
            </a:r>
            <a:endParaRPr/>
          </a:p>
        </p:txBody>
      </p:sp>
      <p:sp>
        <p:nvSpPr>
          <p:cNvPr id="1937869142" name="Marcador de contenido 3"/>
          <p:cNvSpPr>
            <a:spLocks noGrp="1"/>
          </p:cNvSpPr>
          <p:nvPr>
            <p:ph sz="half" idx="2"/>
          </p:nvPr>
        </p:nvSpPr>
        <p:spPr bwMode="auto">
          <a:xfrm>
            <a:off x="839788" y="2505074"/>
            <a:ext cx="5157787" cy="3684588"/>
          </a:xfrm>
        </p:spPr>
        <p:txBody>
          <a:bodyPr/>
          <a:lstStyle/>
          <a:p>
            <a:pPr lvl="0">
              <a:defRPr/>
            </a:pPr>
            <a:r>
              <a:rPr lang="es-ES"/>
              <a:t>Haga clic para modificar el estilo de texto del patrón</a:t>
            </a:r>
            <a:endParaRPr/>
          </a:p>
          <a:p>
            <a:pPr lvl="1">
              <a:defRPr/>
            </a:pPr>
            <a:r>
              <a:rPr lang="es-ES"/>
              <a:t>Segundo nivel</a:t>
            </a:r>
            <a:endParaRPr/>
          </a:p>
          <a:p>
            <a:pPr lvl="2">
              <a:defRPr/>
            </a:pPr>
            <a:r>
              <a:rPr lang="es-ES"/>
              <a:t>Tercer nivel</a:t>
            </a:r>
            <a:endParaRPr/>
          </a:p>
          <a:p>
            <a:pPr lvl="3">
              <a:defRPr/>
            </a:pPr>
            <a:r>
              <a:rPr lang="es-ES"/>
              <a:t>Cuarto nivel</a:t>
            </a:r>
            <a:endParaRPr/>
          </a:p>
          <a:p>
            <a:pPr lvl="4">
              <a:defRPr/>
            </a:pPr>
            <a:r>
              <a:rPr lang="es-ES"/>
              <a:t>Quinto nivel</a:t>
            </a:r>
            <a:endParaRPr lang="es-ES"/>
          </a:p>
        </p:txBody>
      </p:sp>
      <p:sp>
        <p:nvSpPr>
          <p:cNvPr id="64351878" name="Marcador de texto 4"/>
          <p:cNvSpPr>
            <a:spLocks noGrp="1"/>
          </p:cNvSpPr>
          <p:nvPr>
            <p:ph type="body" sz="quarter" idx="3"/>
          </p:nvPr>
        </p:nvSpPr>
        <p:spPr bwMode="auto">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s-ES"/>
              <a:t>Haga clic para modificar el estilo de texto del patrón</a:t>
            </a:r>
            <a:endParaRPr/>
          </a:p>
        </p:txBody>
      </p:sp>
      <p:sp>
        <p:nvSpPr>
          <p:cNvPr id="1526425342" name="Marcador de contenido 5"/>
          <p:cNvSpPr>
            <a:spLocks noGrp="1"/>
          </p:cNvSpPr>
          <p:nvPr>
            <p:ph sz="quarter" idx="4"/>
          </p:nvPr>
        </p:nvSpPr>
        <p:spPr bwMode="auto">
          <a:xfrm>
            <a:off x="6172200" y="2505074"/>
            <a:ext cx="5183188" cy="3684588"/>
          </a:xfrm>
        </p:spPr>
        <p:txBody>
          <a:bodyPr/>
          <a:lstStyle/>
          <a:p>
            <a:pPr lvl="0">
              <a:defRPr/>
            </a:pPr>
            <a:r>
              <a:rPr lang="es-ES"/>
              <a:t>Haga clic para modificar el estilo de texto del patrón</a:t>
            </a:r>
            <a:endParaRPr/>
          </a:p>
          <a:p>
            <a:pPr lvl="1">
              <a:defRPr/>
            </a:pPr>
            <a:r>
              <a:rPr lang="es-ES"/>
              <a:t>Segundo nivel</a:t>
            </a:r>
            <a:endParaRPr/>
          </a:p>
          <a:p>
            <a:pPr lvl="2">
              <a:defRPr/>
            </a:pPr>
            <a:r>
              <a:rPr lang="es-ES"/>
              <a:t>Tercer nivel</a:t>
            </a:r>
            <a:endParaRPr/>
          </a:p>
          <a:p>
            <a:pPr lvl="3">
              <a:defRPr/>
            </a:pPr>
            <a:r>
              <a:rPr lang="es-ES"/>
              <a:t>Cuarto nivel</a:t>
            </a:r>
            <a:endParaRPr/>
          </a:p>
          <a:p>
            <a:pPr lvl="4">
              <a:defRPr/>
            </a:pPr>
            <a:r>
              <a:rPr lang="es-ES"/>
              <a:t>Quinto nivel</a:t>
            </a:r>
            <a:endParaRPr lang="es-ES"/>
          </a:p>
        </p:txBody>
      </p:sp>
      <p:sp>
        <p:nvSpPr>
          <p:cNvPr id="1066483097" name="Marcador de fecha 6"/>
          <p:cNvSpPr>
            <a:spLocks noGrp="1"/>
          </p:cNvSpPr>
          <p:nvPr>
            <p:ph type="dt" sz="half" idx="10"/>
          </p:nvPr>
        </p:nvSpPr>
        <p:spPr bwMode="auto"/>
        <p:txBody>
          <a:bodyPr/>
          <a:lstStyle/>
          <a:p>
            <a:pPr>
              <a:defRPr/>
            </a:pPr>
            <a:fld id="{BCC18F51-09EC-435C-A3BA-64A766E099C0}" type="datetimeFigureOut">
              <a:rPr lang="es-ES"/>
              <a:t>30.10.2013</a:t>
            </a:fld>
            <a:endParaRPr lang="es-ES"/>
          </a:p>
        </p:txBody>
      </p:sp>
      <p:sp>
        <p:nvSpPr>
          <p:cNvPr id="1478187203" name="Marcador de pie de página 7"/>
          <p:cNvSpPr>
            <a:spLocks noGrp="1"/>
          </p:cNvSpPr>
          <p:nvPr>
            <p:ph type="ftr" sz="quarter" idx="11"/>
          </p:nvPr>
        </p:nvSpPr>
        <p:spPr bwMode="auto"/>
        <p:txBody>
          <a:bodyPr/>
          <a:lstStyle/>
          <a:p>
            <a:pPr>
              <a:defRPr/>
            </a:pPr>
            <a:endParaRPr lang="es-ES"/>
          </a:p>
        </p:txBody>
      </p:sp>
      <p:sp>
        <p:nvSpPr>
          <p:cNvPr id="1280037059" name="Marcador de número de diapositiva 8"/>
          <p:cNvSpPr>
            <a:spLocks noGrp="1"/>
          </p:cNvSpPr>
          <p:nvPr>
            <p:ph type="sldNum" sz="quarter" idx="12"/>
          </p:nvPr>
        </p:nvSpPr>
        <p:spPr bwMode="auto"/>
        <p:txBody>
          <a:bodyPr/>
          <a:lstStyle/>
          <a:p>
            <a:pPr>
              <a:defRPr/>
            </a:pPr>
            <a:fld id="{08395586-F03A-48D1-94DF-16B239DF4FB5}" type="slidenum">
              <a:rPr lang="es-ES"/>
              <a:t>‹#›</a:t>
            </a:fld>
            <a:endParaRPr lang="es-E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Solo el título">
    <p:spTree>
      <p:nvGrpSpPr>
        <p:cNvPr id="1" name=""/>
        <p:cNvGrpSpPr/>
        <p:nvPr/>
      </p:nvGrpSpPr>
      <p:grpSpPr bwMode="auto">
        <a:xfrm>
          <a:off x="0" y="0"/>
          <a:ext cx="0" cy="0"/>
          <a:chOff x="0" y="0"/>
          <a:chExt cx="0" cy="0"/>
        </a:xfrm>
      </p:grpSpPr>
      <p:sp>
        <p:nvSpPr>
          <p:cNvPr id="94378198" name="Título 1"/>
          <p:cNvSpPr>
            <a:spLocks noGrp="1"/>
          </p:cNvSpPr>
          <p:nvPr>
            <p:ph type="title"/>
          </p:nvPr>
        </p:nvSpPr>
        <p:spPr bwMode="auto"/>
        <p:txBody>
          <a:bodyPr/>
          <a:lstStyle/>
          <a:p>
            <a:pPr>
              <a:defRPr/>
            </a:pPr>
            <a:r>
              <a:rPr lang="es-ES"/>
              <a:t>Haga clic para modificar el estilo de título del patrón</a:t>
            </a:r>
            <a:endParaRPr lang="es-ES"/>
          </a:p>
        </p:txBody>
      </p:sp>
      <p:sp>
        <p:nvSpPr>
          <p:cNvPr id="2088694320" name="Marcador de fecha 2"/>
          <p:cNvSpPr>
            <a:spLocks noGrp="1"/>
          </p:cNvSpPr>
          <p:nvPr>
            <p:ph type="dt" sz="half" idx="10"/>
          </p:nvPr>
        </p:nvSpPr>
        <p:spPr bwMode="auto"/>
        <p:txBody>
          <a:bodyPr/>
          <a:lstStyle/>
          <a:p>
            <a:pPr>
              <a:defRPr/>
            </a:pPr>
            <a:fld id="{BCC18F51-09EC-435C-A3BA-64A766E099C0}" type="datetimeFigureOut">
              <a:rPr lang="es-ES"/>
              <a:t>30.10.2013</a:t>
            </a:fld>
            <a:endParaRPr lang="es-ES"/>
          </a:p>
        </p:txBody>
      </p:sp>
      <p:sp>
        <p:nvSpPr>
          <p:cNvPr id="1076412824" name="Marcador de pie de página 3"/>
          <p:cNvSpPr>
            <a:spLocks noGrp="1"/>
          </p:cNvSpPr>
          <p:nvPr>
            <p:ph type="ftr" sz="quarter" idx="11"/>
          </p:nvPr>
        </p:nvSpPr>
        <p:spPr bwMode="auto"/>
        <p:txBody>
          <a:bodyPr/>
          <a:lstStyle/>
          <a:p>
            <a:pPr>
              <a:defRPr/>
            </a:pPr>
            <a:endParaRPr lang="es-ES"/>
          </a:p>
        </p:txBody>
      </p:sp>
      <p:sp>
        <p:nvSpPr>
          <p:cNvPr id="216794527" name="Marcador de número de diapositiva 4"/>
          <p:cNvSpPr>
            <a:spLocks noGrp="1"/>
          </p:cNvSpPr>
          <p:nvPr>
            <p:ph type="sldNum" sz="quarter" idx="12"/>
          </p:nvPr>
        </p:nvSpPr>
        <p:spPr bwMode="auto"/>
        <p:txBody>
          <a:bodyPr/>
          <a:lstStyle/>
          <a:p>
            <a:pPr>
              <a:defRPr/>
            </a:pPr>
            <a:fld id="{08395586-F03A-48D1-94DF-16B239DF4FB5}" type="slidenum">
              <a:rPr lang="es-ES"/>
              <a:t>‹#›</a:t>
            </a:fld>
            <a:endParaRPr lang="es-E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En blanco">
    <p:spTree>
      <p:nvGrpSpPr>
        <p:cNvPr id="1" name=""/>
        <p:cNvGrpSpPr/>
        <p:nvPr/>
      </p:nvGrpSpPr>
      <p:grpSpPr bwMode="auto">
        <a:xfrm>
          <a:off x="0" y="0"/>
          <a:ext cx="0" cy="0"/>
          <a:chOff x="0" y="0"/>
          <a:chExt cx="0" cy="0"/>
        </a:xfrm>
      </p:grpSpPr>
      <p:sp>
        <p:nvSpPr>
          <p:cNvPr id="613759215" name="Marcador de fecha 1"/>
          <p:cNvSpPr>
            <a:spLocks noGrp="1"/>
          </p:cNvSpPr>
          <p:nvPr>
            <p:ph type="dt" sz="half" idx="10"/>
          </p:nvPr>
        </p:nvSpPr>
        <p:spPr bwMode="auto"/>
        <p:txBody>
          <a:bodyPr/>
          <a:lstStyle/>
          <a:p>
            <a:pPr>
              <a:defRPr/>
            </a:pPr>
            <a:fld id="{BCC18F51-09EC-435C-A3BA-64A766E099C0}" type="datetimeFigureOut">
              <a:rPr lang="es-ES"/>
              <a:t>30.10.2013</a:t>
            </a:fld>
            <a:endParaRPr lang="es-ES"/>
          </a:p>
        </p:txBody>
      </p:sp>
      <p:sp>
        <p:nvSpPr>
          <p:cNvPr id="2010889770" name="Marcador de pie de página 2"/>
          <p:cNvSpPr>
            <a:spLocks noGrp="1"/>
          </p:cNvSpPr>
          <p:nvPr>
            <p:ph type="ftr" sz="quarter" idx="11"/>
          </p:nvPr>
        </p:nvSpPr>
        <p:spPr bwMode="auto"/>
        <p:txBody>
          <a:bodyPr/>
          <a:lstStyle/>
          <a:p>
            <a:pPr>
              <a:defRPr/>
            </a:pPr>
            <a:endParaRPr lang="es-ES"/>
          </a:p>
        </p:txBody>
      </p:sp>
      <p:sp>
        <p:nvSpPr>
          <p:cNvPr id="1957444128" name="Marcador de número de diapositiva 3"/>
          <p:cNvSpPr>
            <a:spLocks noGrp="1"/>
          </p:cNvSpPr>
          <p:nvPr>
            <p:ph type="sldNum" sz="quarter" idx="12"/>
          </p:nvPr>
        </p:nvSpPr>
        <p:spPr bwMode="auto"/>
        <p:txBody>
          <a:bodyPr/>
          <a:lstStyle/>
          <a:p>
            <a:pPr>
              <a:defRPr/>
            </a:pPr>
            <a:fld id="{08395586-F03A-48D1-94DF-16B239DF4FB5}" type="slidenum">
              <a:rPr lang="es-ES"/>
              <a:t>‹#›</a:t>
            </a:fld>
            <a:endParaRPr lang="es-E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ido con título">
    <p:spTree>
      <p:nvGrpSpPr>
        <p:cNvPr id="1" name=""/>
        <p:cNvGrpSpPr/>
        <p:nvPr/>
      </p:nvGrpSpPr>
      <p:grpSpPr bwMode="auto">
        <a:xfrm>
          <a:off x="0" y="0"/>
          <a:ext cx="0" cy="0"/>
          <a:chOff x="0" y="0"/>
          <a:chExt cx="0" cy="0"/>
        </a:xfrm>
      </p:grpSpPr>
      <p:sp>
        <p:nvSpPr>
          <p:cNvPr id="929224534" name="Título 1"/>
          <p:cNvSpPr>
            <a:spLocks noGrp="1"/>
          </p:cNvSpPr>
          <p:nvPr>
            <p:ph type="title"/>
          </p:nvPr>
        </p:nvSpPr>
        <p:spPr bwMode="auto">
          <a:xfrm>
            <a:off x="839788" y="457200"/>
            <a:ext cx="3932237" cy="1600200"/>
          </a:xfrm>
        </p:spPr>
        <p:txBody>
          <a:bodyPr anchor="b"/>
          <a:lstStyle>
            <a:lvl1pPr>
              <a:defRPr sz="3200"/>
            </a:lvl1pPr>
          </a:lstStyle>
          <a:p>
            <a:pPr>
              <a:defRPr/>
            </a:pPr>
            <a:r>
              <a:rPr lang="es-ES"/>
              <a:t>Haga clic para modificar el estilo de título del patrón</a:t>
            </a:r>
            <a:endParaRPr lang="es-ES"/>
          </a:p>
        </p:txBody>
      </p:sp>
      <p:sp>
        <p:nvSpPr>
          <p:cNvPr id="39423740" name="Marcador de contenido 2"/>
          <p:cNvSpPr>
            <a:spLocks noGrp="1"/>
          </p:cNvSpPr>
          <p:nvPr>
            <p:ph idx="1"/>
          </p:nvPr>
        </p:nvSpPr>
        <p:spPr bwMode="auto">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es-ES"/>
              <a:t>Haga clic para modificar el estilo de texto del patrón</a:t>
            </a:r>
            <a:endParaRPr/>
          </a:p>
          <a:p>
            <a:pPr lvl="1">
              <a:defRPr/>
            </a:pPr>
            <a:r>
              <a:rPr lang="es-ES"/>
              <a:t>Segundo nivel</a:t>
            </a:r>
            <a:endParaRPr/>
          </a:p>
          <a:p>
            <a:pPr lvl="2">
              <a:defRPr/>
            </a:pPr>
            <a:r>
              <a:rPr lang="es-ES"/>
              <a:t>Tercer nivel</a:t>
            </a:r>
            <a:endParaRPr/>
          </a:p>
          <a:p>
            <a:pPr lvl="3">
              <a:defRPr/>
            </a:pPr>
            <a:r>
              <a:rPr lang="es-ES"/>
              <a:t>Cuarto nivel</a:t>
            </a:r>
            <a:endParaRPr/>
          </a:p>
          <a:p>
            <a:pPr lvl="4">
              <a:defRPr/>
            </a:pPr>
            <a:r>
              <a:rPr lang="es-ES"/>
              <a:t>Quinto nivel</a:t>
            </a:r>
            <a:endParaRPr lang="es-ES"/>
          </a:p>
        </p:txBody>
      </p:sp>
      <p:sp>
        <p:nvSpPr>
          <p:cNvPr id="287419967" name="Marcador de texto 3"/>
          <p:cNvSpPr>
            <a:spLocks noGrp="1"/>
          </p:cNvSpPr>
          <p:nvPr>
            <p:ph type="body" sz="half" idx="2"/>
          </p:nvPr>
        </p:nvSpPr>
        <p:spPr bwMode="auto">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es-ES"/>
              <a:t>Haga clic para modificar el estilo de texto del patrón</a:t>
            </a:r>
            <a:endParaRPr/>
          </a:p>
        </p:txBody>
      </p:sp>
      <p:sp>
        <p:nvSpPr>
          <p:cNvPr id="1202103030" name="Marcador de fecha 4"/>
          <p:cNvSpPr>
            <a:spLocks noGrp="1"/>
          </p:cNvSpPr>
          <p:nvPr>
            <p:ph type="dt" sz="half" idx="10"/>
          </p:nvPr>
        </p:nvSpPr>
        <p:spPr bwMode="auto"/>
        <p:txBody>
          <a:bodyPr/>
          <a:lstStyle/>
          <a:p>
            <a:pPr>
              <a:defRPr/>
            </a:pPr>
            <a:fld id="{BCC18F51-09EC-435C-A3BA-64A766E099C0}" type="datetimeFigureOut">
              <a:rPr lang="es-ES"/>
              <a:t>30.10.2013</a:t>
            </a:fld>
            <a:endParaRPr lang="es-ES"/>
          </a:p>
        </p:txBody>
      </p:sp>
      <p:sp>
        <p:nvSpPr>
          <p:cNvPr id="787736220" name="Marcador de pie de página 5"/>
          <p:cNvSpPr>
            <a:spLocks noGrp="1"/>
          </p:cNvSpPr>
          <p:nvPr>
            <p:ph type="ftr" sz="quarter" idx="11"/>
          </p:nvPr>
        </p:nvSpPr>
        <p:spPr bwMode="auto"/>
        <p:txBody>
          <a:bodyPr/>
          <a:lstStyle/>
          <a:p>
            <a:pPr>
              <a:defRPr/>
            </a:pPr>
            <a:endParaRPr lang="es-ES"/>
          </a:p>
        </p:txBody>
      </p:sp>
      <p:sp>
        <p:nvSpPr>
          <p:cNvPr id="1455756988" name="Marcador de número de diapositiva 6"/>
          <p:cNvSpPr>
            <a:spLocks noGrp="1"/>
          </p:cNvSpPr>
          <p:nvPr>
            <p:ph type="sldNum" sz="quarter" idx="12"/>
          </p:nvPr>
        </p:nvSpPr>
        <p:spPr bwMode="auto"/>
        <p:txBody>
          <a:bodyPr/>
          <a:lstStyle/>
          <a:p>
            <a:pPr>
              <a:defRPr/>
            </a:pPr>
            <a:fld id="{08395586-F03A-48D1-94DF-16B239DF4FB5}" type="slidenum">
              <a:rPr lang="es-ES"/>
              <a:t>‹#›</a:t>
            </a:fld>
            <a:endParaRPr lang="es-E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Imagen con título">
    <p:spTree>
      <p:nvGrpSpPr>
        <p:cNvPr id="1" name=""/>
        <p:cNvGrpSpPr/>
        <p:nvPr/>
      </p:nvGrpSpPr>
      <p:grpSpPr bwMode="auto">
        <a:xfrm>
          <a:off x="0" y="0"/>
          <a:ext cx="0" cy="0"/>
          <a:chOff x="0" y="0"/>
          <a:chExt cx="0" cy="0"/>
        </a:xfrm>
      </p:grpSpPr>
      <p:sp>
        <p:nvSpPr>
          <p:cNvPr id="992542264" name="Título 1"/>
          <p:cNvSpPr>
            <a:spLocks noGrp="1"/>
          </p:cNvSpPr>
          <p:nvPr>
            <p:ph type="title"/>
          </p:nvPr>
        </p:nvSpPr>
        <p:spPr bwMode="auto">
          <a:xfrm>
            <a:off x="839788" y="457200"/>
            <a:ext cx="3932237" cy="1600200"/>
          </a:xfrm>
        </p:spPr>
        <p:txBody>
          <a:bodyPr anchor="b"/>
          <a:lstStyle>
            <a:lvl1pPr>
              <a:defRPr sz="3200"/>
            </a:lvl1pPr>
          </a:lstStyle>
          <a:p>
            <a:pPr>
              <a:defRPr/>
            </a:pPr>
            <a:r>
              <a:rPr lang="es-ES"/>
              <a:t>Haga clic para modificar el estilo de título del patrón</a:t>
            </a:r>
            <a:endParaRPr lang="es-ES"/>
          </a:p>
        </p:txBody>
      </p:sp>
      <p:sp>
        <p:nvSpPr>
          <p:cNvPr id="67090871" name="Marcador de posición de imagen 2"/>
          <p:cNvSpPr>
            <a:spLocks noChangeAspect="1" noGrp="1"/>
          </p:cNvSpPr>
          <p:nvPr>
            <p:ph type="pic" idx="1"/>
          </p:nvPr>
        </p:nvSpPr>
        <p:spPr bwMode="auto">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r>
              <a:rPr lang="es-ES"/>
              <a:t>Haga clic en el icono para agregar una imagen</a:t>
            </a:r>
            <a:endParaRPr lang="es-ES"/>
          </a:p>
        </p:txBody>
      </p:sp>
      <p:sp>
        <p:nvSpPr>
          <p:cNvPr id="698338586" name="Marcador de texto 3"/>
          <p:cNvSpPr>
            <a:spLocks noGrp="1"/>
          </p:cNvSpPr>
          <p:nvPr>
            <p:ph type="body" sz="half" idx="2"/>
          </p:nvPr>
        </p:nvSpPr>
        <p:spPr bwMode="auto">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es-ES"/>
              <a:t>Haga clic para modificar el estilo de texto del patrón</a:t>
            </a:r>
            <a:endParaRPr/>
          </a:p>
        </p:txBody>
      </p:sp>
      <p:sp>
        <p:nvSpPr>
          <p:cNvPr id="319306702" name="Marcador de fecha 4"/>
          <p:cNvSpPr>
            <a:spLocks noGrp="1"/>
          </p:cNvSpPr>
          <p:nvPr>
            <p:ph type="dt" sz="half" idx="10"/>
          </p:nvPr>
        </p:nvSpPr>
        <p:spPr bwMode="auto"/>
        <p:txBody>
          <a:bodyPr/>
          <a:lstStyle/>
          <a:p>
            <a:pPr>
              <a:defRPr/>
            </a:pPr>
            <a:fld id="{BCC18F51-09EC-435C-A3BA-64A766E099C0}" type="datetimeFigureOut">
              <a:rPr lang="es-ES"/>
              <a:t>30.10.2013</a:t>
            </a:fld>
            <a:endParaRPr lang="es-ES"/>
          </a:p>
        </p:txBody>
      </p:sp>
      <p:sp>
        <p:nvSpPr>
          <p:cNvPr id="1693381230" name="Marcador de pie de página 5"/>
          <p:cNvSpPr>
            <a:spLocks noGrp="1"/>
          </p:cNvSpPr>
          <p:nvPr>
            <p:ph type="ftr" sz="quarter" idx="11"/>
          </p:nvPr>
        </p:nvSpPr>
        <p:spPr bwMode="auto"/>
        <p:txBody>
          <a:bodyPr/>
          <a:lstStyle/>
          <a:p>
            <a:pPr>
              <a:defRPr/>
            </a:pPr>
            <a:endParaRPr lang="es-ES"/>
          </a:p>
        </p:txBody>
      </p:sp>
      <p:sp>
        <p:nvSpPr>
          <p:cNvPr id="1158033748" name="Marcador de número de diapositiva 6"/>
          <p:cNvSpPr>
            <a:spLocks noGrp="1"/>
          </p:cNvSpPr>
          <p:nvPr>
            <p:ph type="sldNum" sz="quarter" idx="12"/>
          </p:nvPr>
        </p:nvSpPr>
        <p:spPr bwMode="auto"/>
        <p:txBody>
          <a:bodyPr/>
          <a:lstStyle/>
          <a:p>
            <a:pPr>
              <a:defRPr/>
            </a:pPr>
            <a:fld id="{08395586-F03A-48D1-94DF-16B239DF4FB5}" type="slidenum">
              <a:rPr lang="es-ES"/>
              <a:t>‹#›</a:t>
            </a:fld>
            <a:endParaRPr lang="es-E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ítulo y texto vertical">
    <p:spTree>
      <p:nvGrpSpPr>
        <p:cNvPr id="1" name=""/>
        <p:cNvGrpSpPr/>
        <p:nvPr/>
      </p:nvGrpSpPr>
      <p:grpSpPr bwMode="auto">
        <a:xfrm>
          <a:off x="0" y="0"/>
          <a:ext cx="0" cy="0"/>
          <a:chOff x="0" y="0"/>
          <a:chExt cx="0" cy="0"/>
        </a:xfrm>
      </p:grpSpPr>
      <p:sp>
        <p:nvSpPr>
          <p:cNvPr id="1188678160" name="Título 1"/>
          <p:cNvSpPr>
            <a:spLocks noGrp="1"/>
          </p:cNvSpPr>
          <p:nvPr>
            <p:ph type="title"/>
          </p:nvPr>
        </p:nvSpPr>
        <p:spPr bwMode="auto"/>
        <p:txBody>
          <a:bodyPr/>
          <a:lstStyle/>
          <a:p>
            <a:pPr>
              <a:defRPr/>
            </a:pPr>
            <a:r>
              <a:rPr lang="es-ES"/>
              <a:t>Haga clic para modificar el estilo de título del patrón</a:t>
            </a:r>
            <a:endParaRPr lang="es-ES"/>
          </a:p>
        </p:txBody>
      </p:sp>
      <p:sp>
        <p:nvSpPr>
          <p:cNvPr id="1476343522" name="Marcador de texto vertical 2"/>
          <p:cNvSpPr>
            <a:spLocks noGrp="1"/>
          </p:cNvSpPr>
          <p:nvPr>
            <p:ph type="body" orient="vert" idx="1"/>
          </p:nvPr>
        </p:nvSpPr>
        <p:spPr bwMode="auto"/>
        <p:txBody>
          <a:bodyPr vert="eaVert"/>
          <a:lstStyle/>
          <a:p>
            <a:pPr lvl="0">
              <a:defRPr/>
            </a:pPr>
            <a:r>
              <a:rPr lang="es-ES"/>
              <a:t>Haga clic para modificar el estilo de texto del patrón</a:t>
            </a:r>
            <a:endParaRPr/>
          </a:p>
          <a:p>
            <a:pPr lvl="1">
              <a:defRPr/>
            </a:pPr>
            <a:r>
              <a:rPr lang="es-ES"/>
              <a:t>Segundo nivel</a:t>
            </a:r>
            <a:endParaRPr/>
          </a:p>
          <a:p>
            <a:pPr lvl="2">
              <a:defRPr/>
            </a:pPr>
            <a:r>
              <a:rPr lang="es-ES"/>
              <a:t>Tercer nivel</a:t>
            </a:r>
            <a:endParaRPr/>
          </a:p>
          <a:p>
            <a:pPr lvl="3">
              <a:defRPr/>
            </a:pPr>
            <a:r>
              <a:rPr lang="es-ES"/>
              <a:t>Cuarto nivel</a:t>
            </a:r>
            <a:endParaRPr/>
          </a:p>
          <a:p>
            <a:pPr lvl="4">
              <a:defRPr/>
            </a:pPr>
            <a:r>
              <a:rPr lang="es-ES"/>
              <a:t>Quinto nivel</a:t>
            </a:r>
            <a:endParaRPr lang="es-ES"/>
          </a:p>
        </p:txBody>
      </p:sp>
      <p:sp>
        <p:nvSpPr>
          <p:cNvPr id="1904414263" name="Marcador de fecha 3"/>
          <p:cNvSpPr>
            <a:spLocks noGrp="1"/>
          </p:cNvSpPr>
          <p:nvPr>
            <p:ph type="dt" sz="half" idx="10"/>
          </p:nvPr>
        </p:nvSpPr>
        <p:spPr bwMode="auto"/>
        <p:txBody>
          <a:bodyPr/>
          <a:lstStyle/>
          <a:p>
            <a:pPr>
              <a:defRPr/>
            </a:pPr>
            <a:fld id="{BCC18F51-09EC-435C-A3BA-64A766E099C0}" type="datetimeFigureOut">
              <a:rPr lang="es-ES"/>
              <a:t>30.10.2013</a:t>
            </a:fld>
            <a:endParaRPr lang="es-ES"/>
          </a:p>
        </p:txBody>
      </p:sp>
      <p:sp>
        <p:nvSpPr>
          <p:cNvPr id="618400186" name="Marcador de pie de página 4"/>
          <p:cNvSpPr>
            <a:spLocks noGrp="1"/>
          </p:cNvSpPr>
          <p:nvPr>
            <p:ph type="ftr" sz="quarter" idx="11"/>
          </p:nvPr>
        </p:nvSpPr>
        <p:spPr bwMode="auto"/>
        <p:txBody>
          <a:bodyPr/>
          <a:lstStyle/>
          <a:p>
            <a:pPr>
              <a:defRPr/>
            </a:pPr>
            <a:endParaRPr lang="es-ES"/>
          </a:p>
        </p:txBody>
      </p:sp>
      <p:sp>
        <p:nvSpPr>
          <p:cNvPr id="1220901530" name="Marcador de número de diapositiva 5"/>
          <p:cNvSpPr>
            <a:spLocks noGrp="1"/>
          </p:cNvSpPr>
          <p:nvPr>
            <p:ph type="sldNum" sz="quarter" idx="12"/>
          </p:nvPr>
        </p:nvSpPr>
        <p:spPr bwMode="auto"/>
        <p:txBody>
          <a:bodyPr/>
          <a:lstStyle/>
          <a:p>
            <a:pPr>
              <a:defRPr/>
            </a:pPr>
            <a:fld id="{08395586-F03A-48D1-94DF-16B239DF4FB5}" type="slidenum">
              <a:rPr lang="es-ES"/>
              <a:t>‹#›</a:t>
            </a:fld>
            <a:endParaRPr lang="es-E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Título vertical y texto">
    <p:spTree>
      <p:nvGrpSpPr>
        <p:cNvPr id="1" name=""/>
        <p:cNvGrpSpPr/>
        <p:nvPr/>
      </p:nvGrpSpPr>
      <p:grpSpPr bwMode="auto">
        <a:xfrm>
          <a:off x="0" y="0"/>
          <a:ext cx="0" cy="0"/>
          <a:chOff x="0" y="0"/>
          <a:chExt cx="0" cy="0"/>
        </a:xfrm>
      </p:grpSpPr>
      <p:sp>
        <p:nvSpPr>
          <p:cNvPr id="1501582543" name="Título vertical 1"/>
          <p:cNvSpPr>
            <a:spLocks noGrp="1"/>
          </p:cNvSpPr>
          <p:nvPr>
            <p:ph type="title" orient="vert"/>
          </p:nvPr>
        </p:nvSpPr>
        <p:spPr bwMode="auto">
          <a:xfrm>
            <a:off x="8724900" y="365125"/>
            <a:ext cx="2628900" cy="5811838"/>
          </a:xfrm>
        </p:spPr>
        <p:txBody>
          <a:bodyPr vert="eaVert"/>
          <a:lstStyle/>
          <a:p>
            <a:pPr>
              <a:defRPr/>
            </a:pPr>
            <a:r>
              <a:rPr lang="es-ES"/>
              <a:t>Haga clic para modificar el estilo de título del patrón</a:t>
            </a:r>
            <a:endParaRPr lang="es-ES"/>
          </a:p>
        </p:txBody>
      </p:sp>
      <p:sp>
        <p:nvSpPr>
          <p:cNvPr id="454973836" name="Marcador de texto vertical 2"/>
          <p:cNvSpPr>
            <a:spLocks noGrp="1"/>
          </p:cNvSpPr>
          <p:nvPr>
            <p:ph type="body" orient="vert" idx="1"/>
          </p:nvPr>
        </p:nvSpPr>
        <p:spPr bwMode="auto">
          <a:xfrm>
            <a:off x="838200" y="365125"/>
            <a:ext cx="7734300" cy="5811838"/>
          </a:xfrm>
        </p:spPr>
        <p:txBody>
          <a:bodyPr vert="eaVert"/>
          <a:lstStyle/>
          <a:p>
            <a:pPr lvl="0">
              <a:defRPr/>
            </a:pPr>
            <a:r>
              <a:rPr lang="es-ES"/>
              <a:t>Haga clic para modificar el estilo de texto del patrón</a:t>
            </a:r>
            <a:endParaRPr/>
          </a:p>
          <a:p>
            <a:pPr lvl="1">
              <a:defRPr/>
            </a:pPr>
            <a:r>
              <a:rPr lang="es-ES"/>
              <a:t>Segundo nivel</a:t>
            </a:r>
            <a:endParaRPr/>
          </a:p>
          <a:p>
            <a:pPr lvl="2">
              <a:defRPr/>
            </a:pPr>
            <a:r>
              <a:rPr lang="es-ES"/>
              <a:t>Tercer nivel</a:t>
            </a:r>
            <a:endParaRPr/>
          </a:p>
          <a:p>
            <a:pPr lvl="3">
              <a:defRPr/>
            </a:pPr>
            <a:r>
              <a:rPr lang="es-ES"/>
              <a:t>Cuarto nivel</a:t>
            </a:r>
            <a:endParaRPr/>
          </a:p>
          <a:p>
            <a:pPr lvl="4">
              <a:defRPr/>
            </a:pPr>
            <a:r>
              <a:rPr lang="es-ES"/>
              <a:t>Quinto nivel</a:t>
            </a:r>
            <a:endParaRPr lang="es-ES"/>
          </a:p>
        </p:txBody>
      </p:sp>
      <p:sp>
        <p:nvSpPr>
          <p:cNvPr id="404158781" name="Marcador de fecha 3"/>
          <p:cNvSpPr>
            <a:spLocks noGrp="1"/>
          </p:cNvSpPr>
          <p:nvPr>
            <p:ph type="dt" sz="half" idx="10"/>
          </p:nvPr>
        </p:nvSpPr>
        <p:spPr bwMode="auto"/>
        <p:txBody>
          <a:bodyPr/>
          <a:lstStyle/>
          <a:p>
            <a:pPr>
              <a:defRPr/>
            </a:pPr>
            <a:fld id="{BCC18F51-09EC-435C-A3BA-64A766E099C0}" type="datetimeFigureOut">
              <a:rPr lang="es-ES"/>
              <a:t>30.10.2013</a:t>
            </a:fld>
            <a:endParaRPr lang="es-ES"/>
          </a:p>
        </p:txBody>
      </p:sp>
      <p:sp>
        <p:nvSpPr>
          <p:cNvPr id="1626858324" name="Marcador de pie de página 4"/>
          <p:cNvSpPr>
            <a:spLocks noGrp="1"/>
          </p:cNvSpPr>
          <p:nvPr>
            <p:ph type="ftr" sz="quarter" idx="11"/>
          </p:nvPr>
        </p:nvSpPr>
        <p:spPr bwMode="auto"/>
        <p:txBody>
          <a:bodyPr/>
          <a:lstStyle/>
          <a:p>
            <a:pPr>
              <a:defRPr/>
            </a:pPr>
            <a:endParaRPr lang="es-ES"/>
          </a:p>
        </p:txBody>
      </p:sp>
      <p:sp>
        <p:nvSpPr>
          <p:cNvPr id="1646455587" name="Marcador de número de diapositiva 5"/>
          <p:cNvSpPr>
            <a:spLocks noGrp="1"/>
          </p:cNvSpPr>
          <p:nvPr>
            <p:ph type="sldNum" sz="quarter" idx="12"/>
          </p:nvPr>
        </p:nvSpPr>
        <p:spPr bwMode="auto"/>
        <p:txBody>
          <a:bodyPr/>
          <a:lstStyle/>
          <a:p>
            <a:pPr>
              <a:defRPr/>
            </a:pPr>
            <a:fld id="{08395586-F03A-48D1-94DF-16B239DF4FB5}" type="slidenum">
              <a:rPr lang="es-ES"/>
              <a:t>‹#›</a:t>
            </a:fld>
            <a:endParaRPr lang="es-ES"/>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839685529" name="Marcador de título 1"/>
          <p:cNvSpPr>
            <a:spLocks noGrp="1"/>
          </p:cNvSpPr>
          <p:nvPr>
            <p:ph type="title"/>
          </p:nvPr>
        </p:nvSpPr>
        <p:spPr bwMode="auto">
          <a:xfrm>
            <a:off x="838200" y="365125"/>
            <a:ext cx="10515600" cy="1325563"/>
          </a:xfrm>
          <a:prstGeom prst="rect">
            <a:avLst/>
          </a:prstGeom>
        </p:spPr>
        <p:txBody>
          <a:bodyPr vert="horz" lIns="91440" tIns="45720" rIns="91440" bIns="45720" rtlCol="0" anchor="ctr">
            <a:normAutofit/>
          </a:bodyPr>
          <a:lstStyle/>
          <a:p>
            <a:pPr>
              <a:defRPr/>
            </a:pPr>
            <a:r>
              <a:rPr lang="es-ES"/>
              <a:t>Haga clic para modificar el estilo de título del patrón</a:t>
            </a:r>
            <a:endParaRPr lang="es-ES"/>
          </a:p>
        </p:txBody>
      </p:sp>
      <p:sp>
        <p:nvSpPr>
          <p:cNvPr id="1868694277" name="Marcador de texto 2"/>
          <p:cNvSpPr>
            <a:spLocks noGrp="1"/>
          </p:cNvSpPr>
          <p:nvPr>
            <p:ph type="body" idx="1"/>
          </p:nvPr>
        </p:nvSpPr>
        <p:spPr bwMode="auto">
          <a:xfrm>
            <a:off x="838200" y="1825625"/>
            <a:ext cx="10515600" cy="4351338"/>
          </a:xfrm>
          <a:prstGeom prst="rect">
            <a:avLst/>
          </a:prstGeom>
        </p:spPr>
        <p:txBody>
          <a:bodyPr vert="horz" lIns="91440" tIns="45720" rIns="91440" bIns="45720" rtlCol="0">
            <a:normAutofit/>
          </a:bodyPr>
          <a:lstStyle/>
          <a:p>
            <a:pPr lvl="0">
              <a:defRPr/>
            </a:pPr>
            <a:r>
              <a:rPr lang="es-ES"/>
              <a:t>Haga clic para modificar el estilo de texto del patrón</a:t>
            </a:r>
            <a:endParaRPr/>
          </a:p>
          <a:p>
            <a:pPr lvl="1">
              <a:defRPr/>
            </a:pPr>
            <a:r>
              <a:rPr lang="es-ES"/>
              <a:t>Segundo nivel</a:t>
            </a:r>
            <a:endParaRPr/>
          </a:p>
          <a:p>
            <a:pPr lvl="2">
              <a:defRPr/>
            </a:pPr>
            <a:r>
              <a:rPr lang="es-ES"/>
              <a:t>Tercer nivel</a:t>
            </a:r>
            <a:endParaRPr/>
          </a:p>
          <a:p>
            <a:pPr lvl="3">
              <a:defRPr/>
            </a:pPr>
            <a:r>
              <a:rPr lang="es-ES"/>
              <a:t>Cuarto nivel</a:t>
            </a:r>
            <a:endParaRPr/>
          </a:p>
          <a:p>
            <a:pPr lvl="4">
              <a:defRPr/>
            </a:pPr>
            <a:r>
              <a:rPr lang="es-ES"/>
              <a:t>Quinto nivel</a:t>
            </a:r>
            <a:endParaRPr lang="es-ES"/>
          </a:p>
        </p:txBody>
      </p:sp>
      <p:sp>
        <p:nvSpPr>
          <p:cNvPr id="23125421" name="Marcador de fecha 3"/>
          <p:cNvSpPr>
            <a:spLocks noGrp="1"/>
          </p:cNvSpPr>
          <p:nvPr>
            <p:ph type="dt" sz="half" idx="2"/>
          </p:nvPr>
        </p:nvSpPr>
        <p:spPr bwMode="auto">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BCC18F51-09EC-435C-A3BA-64A766E099C0}" type="datetimeFigureOut">
              <a:rPr lang="es-ES"/>
              <a:t>30.10.2013</a:t>
            </a:fld>
            <a:endParaRPr lang="es-ES"/>
          </a:p>
        </p:txBody>
      </p:sp>
      <p:sp>
        <p:nvSpPr>
          <p:cNvPr id="1581187955" name="Marcador de pie de página 4"/>
          <p:cNvSpPr>
            <a:spLocks noGrp="1"/>
          </p:cNvSpPr>
          <p:nvPr>
            <p:ph type="ftr" sz="quarter" idx="3"/>
          </p:nvPr>
        </p:nvSpPr>
        <p:spPr bwMode="auto">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s-ES"/>
          </a:p>
        </p:txBody>
      </p:sp>
      <p:sp>
        <p:nvSpPr>
          <p:cNvPr id="1314287513" name="Marcador de número de diapositiva 5"/>
          <p:cNvSpPr>
            <a:spLocks noGrp="1"/>
          </p:cNvSpPr>
          <p:nvPr>
            <p:ph type="sldNum" sz="quarter" idx="4"/>
          </p:nvPr>
        </p:nvSpPr>
        <p:spPr bwMode="auto">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08395586-F03A-48D1-94DF-16B239DF4FB5}" type="slidenum">
              <a:rPr lang="es-ES"/>
              <a:t>‹#›</a:t>
            </a:fld>
            <a:endParaRPr lang="es-E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es-E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5.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3378524" name="Title 1"/>
          <p:cNvSpPr>
            <a:spLocks noGrp="1"/>
          </p:cNvSpPr>
          <p:nvPr>
            <p:ph type="title"/>
          </p:nvPr>
        </p:nvSpPr>
        <p:spPr bwMode="auto">
          <a:xfrm flipH="0" flipV="0">
            <a:off x="4998798" y="365124"/>
            <a:ext cx="6355001" cy="1325562"/>
          </a:xfrm>
        </p:spPr>
        <p:txBody>
          <a:bodyPr/>
          <a:lstStyle/>
          <a:p>
            <a:pPr>
              <a:defRPr/>
            </a:pPr>
            <a:r>
              <a:rPr lang="es-MX" sz="2400">
                <a:latin typeface="Arial"/>
                <a:ea typeface="Arial"/>
                <a:cs typeface="Arial"/>
              </a:rPr>
              <a:t>Corrección 001</a:t>
            </a:r>
            <a:endParaRPr sz="2400">
              <a:latin typeface="Arial"/>
              <a:cs typeface="Arial"/>
            </a:endParaRPr>
          </a:p>
        </p:txBody>
      </p:sp>
      <p:sp>
        <p:nvSpPr>
          <p:cNvPr id="944954871" name="Marcador de contenido 2"/>
          <p:cNvSpPr>
            <a:spLocks noGrp="1"/>
          </p:cNvSpPr>
          <p:nvPr>
            <p:ph idx="1"/>
          </p:nvPr>
        </p:nvSpPr>
        <p:spPr bwMode="auto">
          <a:xfrm flipH="0" flipV="0">
            <a:off x="4998798" y="1825624"/>
            <a:ext cx="6355001" cy="4351338"/>
          </a:xfrm>
        </p:spPr>
        <p:txBody>
          <a:bodyPr/>
          <a:lstStyle/>
          <a:p>
            <a:pPr marL="0" indent="0">
              <a:buFont typeface="Arial"/>
              <a:buNone/>
              <a:defRPr/>
            </a:pPr>
            <a:r>
              <a:rPr lang="es-ES" sz="2400" b="0" i="0" u="none" strike="noStrike" cap="none" spc="0">
                <a:solidFill>
                  <a:schemeClr val="tx1"/>
                </a:solidFill>
                <a:latin typeface="Arial"/>
                <a:ea typeface="Arial"/>
                <a:cs typeface="Arial"/>
              </a:rPr>
              <a:t>Se realizó una corrección en el ejemplo correspondiente a la definición de “babear”, ajustando el orden de la información para asegurar claridad y coherencia.</a:t>
            </a:r>
            <a:endParaRPr sz="2400">
              <a:latin typeface="Arial"/>
              <a:cs typeface="Arial"/>
            </a:endParaRPr>
          </a:p>
        </p:txBody>
      </p:sp>
      <p:pic>
        <p:nvPicPr>
          <p:cNvPr id="653561978" name=""/>
          <p:cNvPicPr>
            <a:picLocks noChangeAspect="1"/>
          </p:cNvPicPr>
          <p:nvPr/>
        </p:nvPicPr>
        <p:blipFill rotWithShape="1">
          <a:blip r:embed="rId3"/>
          <a:stretch/>
        </p:blipFill>
        <p:spPr bwMode="auto">
          <a:xfrm>
            <a:off x="259772" y="0"/>
            <a:ext cx="3962399" cy="8553449"/>
          </a:xfrm>
          <a:prstGeom prst="rect">
            <a:avLst/>
          </a:prstGeom>
        </p:spPr>
      </p:pic>
      <p:sp>
        <p:nvSpPr>
          <p:cNvPr id="324868582" name=""/>
          <p:cNvSpPr/>
          <p:nvPr/>
        </p:nvSpPr>
        <p:spPr bwMode="auto">
          <a:xfrm rot="0" flipH="0" flipV="0">
            <a:off x="-11103" y="1719447"/>
            <a:ext cx="270876" cy="274616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sz="2400">
              <a:latin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75148151" name="Title 1"/>
          <p:cNvSpPr>
            <a:spLocks noGrp="1"/>
          </p:cNvSpPr>
          <p:nvPr>
            <p:ph type="title"/>
          </p:nvPr>
        </p:nvSpPr>
        <p:spPr bwMode="auto">
          <a:xfrm flipH="0" flipV="0">
            <a:off x="4998798" y="365124"/>
            <a:ext cx="6355001" cy="1325562"/>
          </a:xfrm>
        </p:spPr>
        <p:txBody>
          <a:bodyPr/>
          <a:lstStyle/>
          <a:p>
            <a:pPr>
              <a:defRPr/>
            </a:pPr>
            <a:r>
              <a:rPr lang="es-MX" sz="2400"/>
              <a:t>Corrección 002</a:t>
            </a:r>
            <a:endParaRPr sz="2400"/>
          </a:p>
        </p:txBody>
      </p:sp>
      <p:sp>
        <p:nvSpPr>
          <p:cNvPr id="1601020049" name="Marcador de contenido 2"/>
          <p:cNvSpPr>
            <a:spLocks noGrp="1"/>
          </p:cNvSpPr>
          <p:nvPr>
            <p:ph idx="1"/>
          </p:nvPr>
        </p:nvSpPr>
        <p:spPr bwMode="auto">
          <a:xfrm flipH="0" flipV="0">
            <a:off x="4998798" y="1825624"/>
            <a:ext cx="6355001" cy="4351338"/>
          </a:xfrm>
        </p:spPr>
        <p:txBody>
          <a:bodyPr/>
          <a:lstStyle/>
          <a:p>
            <a:pPr marL="0" indent="0">
              <a:buFont typeface="Arial"/>
              <a:buNone/>
              <a:defRPr/>
            </a:pPr>
            <a:r>
              <a:rPr lang="es-ES" sz="2400" b="0" i="0" u="none" strike="noStrike" cap="none" spc="0">
                <a:solidFill>
                  <a:schemeClr val="tx1"/>
                </a:solidFill>
                <a:latin typeface="Arial"/>
                <a:ea typeface="Arial"/>
                <a:cs typeface="Arial"/>
              </a:rPr>
              <a:t>Se corrigió la entrada “fueteada”, incorporando una coincidencia con “fuete” que redirige directamente a su definición correspondiente.</a:t>
            </a:r>
            <a:endParaRPr sz="2400"/>
          </a:p>
          <a:p>
            <a:pPr marL="0" indent="0">
              <a:buFont typeface="Arial"/>
              <a:buNone/>
              <a:defRPr/>
            </a:pPr>
            <a:r>
              <a:rPr lang="es-ES" sz="2400" b="0" i="0" u="none" strike="noStrike" cap="none" spc="0">
                <a:solidFill>
                  <a:schemeClr val="tx1"/>
                </a:solidFill>
                <a:latin typeface="Arial"/>
                <a:ea typeface="Arial"/>
                <a:cs typeface="Arial"/>
              </a:rPr>
              <a:t>Si bien la incidencia fue detectada en estos términos concretos, el mismo criterio de corrección y enlazado se extendió de manera sistemática a la totalidad de las entradas de la base de datos de la aplicación.</a:t>
            </a:r>
            <a:endParaRPr sz="2400"/>
          </a:p>
        </p:txBody>
      </p:sp>
      <p:pic>
        <p:nvPicPr>
          <p:cNvPr id="551871601" name=""/>
          <p:cNvPicPr>
            <a:picLocks noChangeAspect="1"/>
          </p:cNvPicPr>
          <p:nvPr/>
        </p:nvPicPr>
        <p:blipFill rotWithShape="1">
          <a:blip r:embed="rId3"/>
          <a:stretch/>
        </p:blipFill>
        <p:spPr bwMode="auto">
          <a:xfrm>
            <a:off x="259772" y="-294480"/>
            <a:ext cx="4038598" cy="8591549"/>
          </a:xfrm>
          <a:prstGeom prst="rect">
            <a:avLst/>
          </a:prstGeom>
        </p:spPr>
      </p:pic>
      <p:sp>
        <p:nvSpPr>
          <p:cNvPr id="428966424" name=""/>
          <p:cNvSpPr/>
          <p:nvPr/>
        </p:nvSpPr>
        <p:spPr bwMode="auto">
          <a:xfrm rot="0" flipH="0" flipV="0">
            <a:off x="-11102" y="1719447"/>
            <a:ext cx="270875" cy="27461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sz="24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86892581" name="Title 1"/>
          <p:cNvSpPr>
            <a:spLocks noGrp="1"/>
          </p:cNvSpPr>
          <p:nvPr>
            <p:ph type="title"/>
          </p:nvPr>
        </p:nvSpPr>
        <p:spPr bwMode="auto">
          <a:xfrm flipH="0" flipV="0">
            <a:off x="4998798" y="365124"/>
            <a:ext cx="6355001" cy="1325562"/>
          </a:xfrm>
        </p:spPr>
        <p:txBody>
          <a:bodyPr/>
          <a:lstStyle/>
          <a:p>
            <a:pPr>
              <a:defRPr/>
            </a:pPr>
            <a:r>
              <a:rPr lang="es-MX" sz="2400"/>
              <a:t>Corrección 003</a:t>
            </a:r>
            <a:endParaRPr sz="2400"/>
          </a:p>
        </p:txBody>
      </p:sp>
      <p:sp>
        <p:nvSpPr>
          <p:cNvPr id="1130650053" name="Marcador de contenido 2"/>
          <p:cNvSpPr>
            <a:spLocks noGrp="1"/>
          </p:cNvSpPr>
          <p:nvPr>
            <p:ph idx="1"/>
          </p:nvPr>
        </p:nvSpPr>
        <p:spPr bwMode="auto">
          <a:xfrm flipH="0" flipV="0">
            <a:off x="4998798" y="1825624"/>
            <a:ext cx="6355001" cy="4351338"/>
          </a:xfrm>
        </p:spPr>
        <p:txBody>
          <a:bodyPr vertOverflow="overflow" horzOverflow="overflow" vert="horz" wrap="square" lIns="91440" tIns="45720" rIns="91440" bIns="45720" numCol="1" spcCol="0" rtlCol="0" fromWordArt="0" anchor="t" anchorCtr="0" forceAA="0" upright="0" compatLnSpc="0">
            <a:normAutofit/>
          </a:bodyPr>
          <a:lstStyle/>
          <a:p>
            <a:pPr marL="0" indent="0">
              <a:buFont typeface="Arial"/>
              <a:buNone/>
              <a:defRPr/>
            </a:pPr>
            <a:r>
              <a:rPr lang="es-ES" sz="2400" b="0" i="0" u="none" strike="noStrike" cap="none" spc="0">
                <a:solidFill>
                  <a:schemeClr val="tx1"/>
                </a:solidFill>
                <a:latin typeface="Arial"/>
                <a:ea typeface="Arial"/>
                <a:cs typeface="Arial"/>
              </a:rPr>
              <a:t>Se realizó una corrección en la entrada “fanesca”, estableciendo enlaces directos para las coincidencias léxicas “zapayo” y “zambo” hacia sus respectivas definiciones.</a:t>
            </a:r>
            <a:endParaRPr sz="2400"/>
          </a:p>
          <a:p>
            <a:pPr marL="0" indent="0">
              <a:buFont typeface="Arial"/>
              <a:buNone/>
              <a:defRPr/>
            </a:pPr>
            <a:r>
              <a:rPr lang="es-ES" sz="2400" b="0" i="0" u="none" strike="noStrike" cap="none" spc="0">
                <a:solidFill>
                  <a:schemeClr val="tx1"/>
                </a:solidFill>
                <a:latin typeface="Arial"/>
                <a:ea typeface="Arial"/>
                <a:cs typeface="Arial"/>
              </a:rPr>
              <a:t>Si bien la incidencia fue detectada en estos términos concretos, el mismo criterio de corrección y enlazado se extendió de manera sistemática a la totalidad de las entradas de la base de datos de la aplicación.</a:t>
            </a:r>
            <a:endParaRPr sz="2400"/>
          </a:p>
        </p:txBody>
      </p:sp>
      <p:sp>
        <p:nvSpPr>
          <p:cNvPr id="339072094" name=""/>
          <p:cNvSpPr/>
          <p:nvPr/>
        </p:nvSpPr>
        <p:spPr bwMode="auto">
          <a:xfrm rot="0" flipH="0" flipV="0">
            <a:off x="-11102" y="1719447"/>
            <a:ext cx="270875" cy="27461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sz="2400"/>
          </a:p>
        </p:txBody>
      </p:sp>
      <p:pic>
        <p:nvPicPr>
          <p:cNvPr id="1329343622" name=""/>
          <p:cNvPicPr>
            <a:picLocks noChangeAspect="1"/>
          </p:cNvPicPr>
          <p:nvPr/>
        </p:nvPicPr>
        <p:blipFill rotWithShape="1">
          <a:blip r:embed="rId3"/>
          <a:stretch/>
        </p:blipFill>
        <p:spPr bwMode="auto">
          <a:xfrm>
            <a:off x="259772" y="-270668"/>
            <a:ext cx="3933824" cy="8543925"/>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6019647" name="Title 1"/>
          <p:cNvSpPr>
            <a:spLocks noGrp="1"/>
          </p:cNvSpPr>
          <p:nvPr>
            <p:ph type="title"/>
          </p:nvPr>
        </p:nvSpPr>
        <p:spPr bwMode="auto">
          <a:xfrm flipH="0" flipV="0">
            <a:off x="4998798" y="365124"/>
            <a:ext cx="6355001" cy="1325562"/>
          </a:xfrm>
        </p:spPr>
        <p:txBody>
          <a:bodyPr/>
          <a:lstStyle/>
          <a:p>
            <a:pPr>
              <a:defRPr/>
            </a:pPr>
            <a:r>
              <a:rPr lang="es-MX" sz="2400"/>
              <a:t>Corrección 004</a:t>
            </a:r>
            <a:endParaRPr sz="2400"/>
          </a:p>
        </p:txBody>
      </p:sp>
      <p:sp>
        <p:nvSpPr>
          <p:cNvPr id="317668289" name="Marcador de contenido 2"/>
          <p:cNvSpPr>
            <a:spLocks noGrp="1"/>
          </p:cNvSpPr>
          <p:nvPr>
            <p:ph idx="1"/>
          </p:nvPr>
        </p:nvSpPr>
        <p:spPr bwMode="auto">
          <a:xfrm flipH="0" flipV="0">
            <a:off x="4998798" y="1825624"/>
            <a:ext cx="6355001" cy="4351338"/>
          </a:xfrm>
        </p:spPr>
        <p:txBody>
          <a:bodyPr/>
          <a:lstStyle/>
          <a:p>
            <a:pPr marL="0" indent="0">
              <a:buFont typeface="Arial"/>
              <a:buNone/>
              <a:defRPr/>
            </a:pPr>
            <a:r>
              <a:rPr lang="es-MX" sz="2400" b="0" i="0" u="none" strike="noStrike" cap="none" spc="0">
                <a:solidFill>
                  <a:schemeClr val="tx1"/>
                </a:solidFill>
                <a:latin typeface="Arial"/>
                <a:ea typeface="Arial"/>
                <a:cs typeface="Arial"/>
              </a:rPr>
              <a:t>papi</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m.</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2. coloq. Tratamiento para dirigirse cariñosamente a la pareja o a un hijo: </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—‘Gracias, papi, por la velada romántica, siempre haces que cada día sea especial a tu lado.</a:t>
            </a:r>
            <a:endParaRPr sz="2400"/>
          </a:p>
        </p:txBody>
      </p:sp>
      <p:sp>
        <p:nvSpPr>
          <p:cNvPr id="1562005361" name=""/>
          <p:cNvSpPr/>
          <p:nvPr/>
        </p:nvSpPr>
        <p:spPr bwMode="auto">
          <a:xfrm rot="0" flipH="0" flipV="0">
            <a:off x="-11102" y="1719447"/>
            <a:ext cx="270875" cy="27461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sz="2400"/>
          </a:p>
        </p:txBody>
      </p:sp>
      <p:pic>
        <p:nvPicPr>
          <p:cNvPr id="192857558" name=""/>
          <p:cNvPicPr>
            <a:picLocks noChangeAspect="1"/>
          </p:cNvPicPr>
          <p:nvPr/>
        </p:nvPicPr>
        <p:blipFill rotWithShape="1">
          <a:blip r:embed="rId3"/>
          <a:stretch/>
        </p:blipFill>
        <p:spPr bwMode="auto">
          <a:xfrm>
            <a:off x="259772" y="-265905"/>
            <a:ext cx="3962399" cy="8534399"/>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88285698" name="Title 1"/>
          <p:cNvSpPr>
            <a:spLocks noGrp="1"/>
          </p:cNvSpPr>
          <p:nvPr>
            <p:ph type="title"/>
          </p:nvPr>
        </p:nvSpPr>
        <p:spPr bwMode="auto">
          <a:xfrm flipH="0" flipV="0">
            <a:off x="4998798" y="365124"/>
            <a:ext cx="6355001" cy="1325562"/>
          </a:xfrm>
        </p:spPr>
        <p:txBody>
          <a:bodyPr/>
          <a:lstStyle/>
          <a:p>
            <a:pPr>
              <a:defRPr/>
            </a:pPr>
            <a:r>
              <a:rPr lang="es-MX" sz="2400"/>
              <a:t>Corrección 005</a:t>
            </a:r>
            <a:endParaRPr sz="2400"/>
          </a:p>
        </p:txBody>
      </p:sp>
      <p:sp>
        <p:nvSpPr>
          <p:cNvPr id="1099458795" name="Marcador de contenido 2"/>
          <p:cNvSpPr>
            <a:spLocks noGrp="1"/>
          </p:cNvSpPr>
          <p:nvPr>
            <p:ph idx="1"/>
          </p:nvPr>
        </p:nvSpPr>
        <p:spPr bwMode="auto">
          <a:xfrm flipH="0" flipV="0">
            <a:off x="4998798" y="1825624"/>
            <a:ext cx="6355001" cy="4351338"/>
          </a:xfrm>
        </p:spPr>
        <p:txBody>
          <a:bodyPr/>
          <a:lstStyle/>
          <a:p>
            <a:pPr marL="0" indent="0">
              <a:buFont typeface="Arial"/>
              <a:buNone/>
              <a:defRPr/>
            </a:pPr>
            <a:r>
              <a:rPr lang="es-ES" sz="2400" b="0" i="0" u="none" strike="noStrike" cap="none" spc="0">
                <a:solidFill>
                  <a:schemeClr val="tx1"/>
                </a:solidFill>
                <a:latin typeface="Arial"/>
                <a:ea typeface="Arial"/>
                <a:cs typeface="Arial"/>
              </a:rPr>
              <a:t>rascabonito</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m.</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Enfermedad cutánea que produce escozor intenso por una reacción alérgica al parásito calemba: </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—Para el rascabonito machaque unas hojas y coloque en la zona donde están los granitos y deje actuar por 5 minutos. Últimas Noticias, 20.04.2011.</a:t>
            </a:r>
            <a:endParaRPr sz="2400"/>
          </a:p>
        </p:txBody>
      </p:sp>
      <p:sp>
        <p:nvSpPr>
          <p:cNvPr id="1305495330" name=""/>
          <p:cNvSpPr/>
          <p:nvPr/>
        </p:nvSpPr>
        <p:spPr bwMode="auto">
          <a:xfrm rot="0" flipH="0" flipV="0">
            <a:off x="-11102" y="1719447"/>
            <a:ext cx="270875" cy="27461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sz="2400"/>
          </a:p>
        </p:txBody>
      </p:sp>
      <p:pic>
        <p:nvPicPr>
          <p:cNvPr id="193109764" name=""/>
          <p:cNvPicPr>
            <a:picLocks noChangeAspect="1"/>
          </p:cNvPicPr>
          <p:nvPr/>
        </p:nvPicPr>
        <p:blipFill rotWithShape="1">
          <a:blip r:embed="rId3"/>
          <a:stretch/>
        </p:blipFill>
        <p:spPr bwMode="auto">
          <a:xfrm>
            <a:off x="259772" y="-1193717"/>
            <a:ext cx="3971925" cy="85725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71972004" name="Title 1"/>
          <p:cNvSpPr>
            <a:spLocks noGrp="1"/>
          </p:cNvSpPr>
          <p:nvPr>
            <p:ph type="title"/>
          </p:nvPr>
        </p:nvSpPr>
        <p:spPr bwMode="auto">
          <a:xfrm flipH="0" flipV="0">
            <a:off x="4998798" y="365124"/>
            <a:ext cx="6355001" cy="1325562"/>
          </a:xfrm>
        </p:spPr>
        <p:txBody>
          <a:bodyPr/>
          <a:lstStyle/>
          <a:p>
            <a:pPr>
              <a:defRPr/>
            </a:pPr>
            <a:r>
              <a:rPr lang="es-MX" sz="2400"/>
              <a:t>Corrección 006</a:t>
            </a:r>
            <a:endParaRPr sz="2400"/>
          </a:p>
        </p:txBody>
      </p:sp>
      <p:sp>
        <p:nvSpPr>
          <p:cNvPr id="2143770494" name="Marcador de contenido 2"/>
          <p:cNvSpPr>
            <a:spLocks noGrp="1"/>
          </p:cNvSpPr>
          <p:nvPr>
            <p:ph idx="1"/>
          </p:nvPr>
        </p:nvSpPr>
        <p:spPr bwMode="auto">
          <a:xfrm flipH="0" flipV="0">
            <a:off x="4998798" y="1825624"/>
            <a:ext cx="6355001" cy="4351338"/>
          </a:xfrm>
        </p:spPr>
        <p:txBody>
          <a:bodyPr vertOverflow="overflow" horzOverflow="overflow" vert="horz" wrap="square" lIns="91440" tIns="45720" rIns="91440" bIns="45720" numCol="1" spcCol="0" rtlCol="0" fromWordArt="0" anchor="t" anchorCtr="0" forceAA="0" upright="0" compatLnSpc="0">
            <a:normAutofit/>
          </a:bodyPr>
          <a:lstStyle/>
          <a:p>
            <a:pPr marL="0" indent="0">
              <a:buFont typeface="Arial"/>
              <a:buNone/>
              <a:defRPr/>
            </a:pPr>
            <a:r>
              <a:rPr lang="es-ES" sz="2400" b="0" i="0" u="none" strike="noStrike" cap="none" spc="0">
                <a:solidFill>
                  <a:schemeClr val="tx1"/>
                </a:solidFill>
                <a:latin typeface="Arial"/>
                <a:ea typeface="Arial"/>
                <a:cs typeface="Arial"/>
              </a:rPr>
              <a:t>rehogado</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m.</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Salsa que se usa de base para preparar muchos platos típicos ecuatorianos y que consiste en una mezcla de cebolla, tomate, ajo, hierbas, achiote 3 y, a veces, ají 2, todo finamente picado y frito en manteca: A lo anterior agregue la papa, el choclo, el rehogado y mezcle. INIAP, La magia de la papa nativa: Recetario gastronómico. </a:t>
            </a:r>
            <a:endParaRPr sz="2400"/>
          </a:p>
        </p:txBody>
      </p:sp>
      <p:sp>
        <p:nvSpPr>
          <p:cNvPr id="1863999164" name=""/>
          <p:cNvSpPr/>
          <p:nvPr/>
        </p:nvSpPr>
        <p:spPr bwMode="auto">
          <a:xfrm rot="0" flipH="0" flipV="0">
            <a:off x="-11102" y="1719447"/>
            <a:ext cx="270875" cy="27461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sz="2400"/>
          </a:p>
        </p:txBody>
      </p:sp>
      <p:pic>
        <p:nvPicPr>
          <p:cNvPr id="1405517155" name=""/>
          <p:cNvPicPr>
            <a:picLocks noChangeAspect="1"/>
          </p:cNvPicPr>
          <p:nvPr/>
        </p:nvPicPr>
        <p:blipFill rotWithShape="1">
          <a:blip r:embed="rId3"/>
          <a:stretch/>
        </p:blipFill>
        <p:spPr bwMode="auto">
          <a:xfrm>
            <a:off x="259772" y="-593766"/>
            <a:ext cx="3914775" cy="850582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11537149" name="Title 1"/>
          <p:cNvSpPr>
            <a:spLocks noGrp="1"/>
          </p:cNvSpPr>
          <p:nvPr>
            <p:ph type="title"/>
          </p:nvPr>
        </p:nvSpPr>
        <p:spPr bwMode="auto">
          <a:xfrm flipH="0" flipV="0">
            <a:off x="4998798" y="365124"/>
            <a:ext cx="6355001" cy="1325562"/>
          </a:xfrm>
        </p:spPr>
        <p:txBody>
          <a:bodyPr/>
          <a:lstStyle/>
          <a:p>
            <a:pPr>
              <a:defRPr/>
            </a:pPr>
            <a:r>
              <a:rPr lang="es-MX" sz="2400"/>
              <a:t>Corrección 007</a:t>
            </a:r>
            <a:endParaRPr sz="2400"/>
          </a:p>
        </p:txBody>
      </p:sp>
      <p:sp>
        <p:nvSpPr>
          <p:cNvPr id="358951038" name="Marcador de contenido 2"/>
          <p:cNvSpPr>
            <a:spLocks noGrp="1"/>
          </p:cNvSpPr>
          <p:nvPr>
            <p:ph idx="1"/>
          </p:nvPr>
        </p:nvSpPr>
        <p:spPr bwMode="auto">
          <a:xfrm flipH="0" flipV="0">
            <a:off x="4998798" y="1825624"/>
            <a:ext cx="6355001" cy="4351338"/>
          </a:xfrm>
        </p:spPr>
        <p:txBody>
          <a:bodyPr vertOverflow="overflow" horzOverflow="overflow" vert="horz" wrap="square" lIns="91440" tIns="45720" rIns="91440" bIns="45720" numCol="1" spcCol="0" rtlCol="0" fromWordArt="0" anchor="t" anchorCtr="0" forceAA="0" upright="0" compatLnSpc="0">
            <a:normAutofit/>
          </a:bodyPr>
          <a:lstStyle/>
          <a:p>
            <a:pPr marL="0" indent="0">
              <a:buFont typeface="Arial"/>
              <a:buNone/>
              <a:defRPr/>
            </a:pPr>
            <a:r>
              <a:rPr lang="es-ES" sz="2400" b="0" i="0" u="none" strike="noStrike" cap="none" spc="0">
                <a:solidFill>
                  <a:schemeClr val="tx1"/>
                </a:solidFill>
                <a:latin typeface="Arial"/>
                <a:ea typeface="Arial"/>
                <a:cs typeface="Arial"/>
              </a:rPr>
              <a:t>horcón</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rur.Ss.Aparato de madera de forma triangular que se pone a los chanchos para que no hocen en terrenos ajenos.:</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 El chancho vio la forma de quitarse el horcón y destruyó las plantaciones vecinas.[Ad hoc.]</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(Borrar la definición del ejemplo)</a:t>
            </a:r>
            <a:endParaRPr sz="2400"/>
          </a:p>
        </p:txBody>
      </p:sp>
      <p:sp>
        <p:nvSpPr>
          <p:cNvPr id="2063993047" name=""/>
          <p:cNvSpPr/>
          <p:nvPr/>
        </p:nvSpPr>
        <p:spPr bwMode="auto">
          <a:xfrm rot="0" flipH="0" flipV="0">
            <a:off x="-11102" y="1719447"/>
            <a:ext cx="270875" cy="27461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sz="2400"/>
          </a:p>
        </p:txBody>
      </p:sp>
      <p:pic>
        <p:nvPicPr>
          <p:cNvPr id="383527939" name=""/>
          <p:cNvPicPr>
            <a:picLocks noChangeAspect="1"/>
          </p:cNvPicPr>
          <p:nvPr/>
        </p:nvPicPr>
        <p:blipFill rotWithShape="1">
          <a:blip r:embed="rId3"/>
          <a:stretch/>
        </p:blipFill>
        <p:spPr bwMode="auto">
          <a:xfrm>
            <a:off x="259772" y="-992898"/>
            <a:ext cx="3990974" cy="8553449"/>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00307756" name="Title 1"/>
          <p:cNvSpPr>
            <a:spLocks noGrp="1"/>
          </p:cNvSpPr>
          <p:nvPr>
            <p:ph type="title"/>
          </p:nvPr>
        </p:nvSpPr>
        <p:spPr bwMode="auto">
          <a:xfrm flipH="0" flipV="0">
            <a:off x="4998798" y="365124"/>
            <a:ext cx="6355001" cy="1325562"/>
          </a:xfrm>
        </p:spPr>
        <p:txBody>
          <a:bodyPr/>
          <a:lstStyle/>
          <a:p>
            <a:pPr>
              <a:defRPr/>
            </a:pPr>
            <a:r>
              <a:rPr lang="es-MX" sz="2400"/>
              <a:t>Corrección 008</a:t>
            </a:r>
            <a:endParaRPr sz="2400"/>
          </a:p>
        </p:txBody>
      </p:sp>
      <p:sp>
        <p:nvSpPr>
          <p:cNvPr id="1359860817" name="Marcador de contenido 2"/>
          <p:cNvSpPr>
            <a:spLocks noGrp="1"/>
          </p:cNvSpPr>
          <p:nvPr>
            <p:ph idx="1"/>
          </p:nvPr>
        </p:nvSpPr>
        <p:spPr bwMode="auto">
          <a:xfrm flipH="0" flipV="0">
            <a:off x="4998798" y="1825624"/>
            <a:ext cx="6355001" cy="4351338"/>
          </a:xfrm>
        </p:spPr>
        <p:txBody>
          <a:bodyPr vertOverflow="overflow" horzOverflow="overflow" vert="horz" wrap="square" lIns="91440" tIns="45720" rIns="91440" bIns="45720" numCol="1" spcCol="0" rtlCol="0" fromWordArt="0" anchor="t" anchorCtr="0" forceAA="0" upright="0" compatLnSpc="0">
            <a:normAutofit/>
          </a:bodyPr>
          <a:lstStyle/>
          <a:p>
            <a:pPr marL="0" indent="0">
              <a:buFont typeface="Arial"/>
              <a:buNone/>
              <a:defRPr/>
            </a:pPr>
            <a:r>
              <a:rPr lang="es-ES" sz="2400" b="0" i="0" u="none" strike="noStrike" cap="none" spc="0">
                <a:solidFill>
                  <a:schemeClr val="tx1"/>
                </a:solidFill>
                <a:latin typeface="Arial"/>
                <a:ea typeface="Arial"/>
                <a:cs typeface="Arial"/>
              </a:rPr>
              <a:t>hualingo</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m.</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Referido a una estructura o armazón, inestable, sin firmeza: </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—El andamio que se cayó estaba hualingo desde el comienzo.[Ad hoc.]</a:t>
            </a:r>
            <a:endParaRPr sz="2400"/>
          </a:p>
        </p:txBody>
      </p:sp>
      <p:sp>
        <p:nvSpPr>
          <p:cNvPr id="115655370" name=""/>
          <p:cNvSpPr/>
          <p:nvPr/>
        </p:nvSpPr>
        <p:spPr bwMode="auto">
          <a:xfrm rot="0" flipH="0" flipV="0">
            <a:off x="-11102" y="1719447"/>
            <a:ext cx="270875" cy="27461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sz="2400"/>
          </a:p>
        </p:txBody>
      </p:sp>
      <p:pic>
        <p:nvPicPr>
          <p:cNvPr id="1912287091" name=""/>
          <p:cNvPicPr>
            <a:picLocks noChangeAspect="1"/>
          </p:cNvPicPr>
          <p:nvPr/>
        </p:nvPicPr>
        <p:blipFill rotWithShape="1">
          <a:blip r:embed="rId3"/>
          <a:stretch/>
        </p:blipFill>
        <p:spPr bwMode="auto">
          <a:xfrm>
            <a:off x="259772" y="-556655"/>
            <a:ext cx="3952874" cy="8543925"/>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96707087" name="Title 1"/>
          <p:cNvSpPr>
            <a:spLocks noGrp="1"/>
          </p:cNvSpPr>
          <p:nvPr>
            <p:ph type="title"/>
          </p:nvPr>
        </p:nvSpPr>
        <p:spPr bwMode="auto">
          <a:xfrm flipH="0" flipV="0">
            <a:off x="4998798" y="365124"/>
            <a:ext cx="6355001" cy="1325562"/>
          </a:xfrm>
        </p:spPr>
        <p:txBody>
          <a:bodyPr/>
          <a:lstStyle/>
          <a:p>
            <a:pPr>
              <a:defRPr/>
            </a:pPr>
            <a:r>
              <a:rPr lang="es-MX" sz="2400"/>
              <a:t>Corrección 009</a:t>
            </a:r>
            <a:endParaRPr sz="2400"/>
          </a:p>
        </p:txBody>
      </p:sp>
      <p:sp>
        <p:nvSpPr>
          <p:cNvPr id="1557211740" name="Marcador de contenido 2"/>
          <p:cNvSpPr>
            <a:spLocks noGrp="1"/>
          </p:cNvSpPr>
          <p:nvPr>
            <p:ph idx="1"/>
          </p:nvPr>
        </p:nvSpPr>
        <p:spPr bwMode="auto">
          <a:xfrm flipH="0" flipV="0">
            <a:off x="4998798" y="1825624"/>
            <a:ext cx="6355001" cy="4351338"/>
          </a:xfrm>
        </p:spPr>
        <p:txBody>
          <a:bodyPr vertOverflow="overflow" horzOverflow="overflow" vert="horz" wrap="square" lIns="91440" tIns="45720" rIns="91440" bIns="45720" numCol="1" spcCol="0" rtlCol="0" fromWordArt="0" anchor="t" anchorCtr="0" forceAA="0" upright="0" compatLnSpc="0">
            <a:normAutofit/>
          </a:bodyPr>
          <a:lstStyle/>
          <a:p>
            <a:pPr marL="0" indent="0">
              <a:buFont typeface="Arial"/>
              <a:buNone/>
              <a:defRPr/>
            </a:pPr>
            <a:r>
              <a:rPr lang="es-ES" sz="2400" b="0" i="0" u="none" strike="noStrike" cap="none" spc="0">
                <a:solidFill>
                  <a:schemeClr val="tx1"/>
                </a:solidFill>
                <a:latin typeface="Arial"/>
                <a:ea typeface="Arial"/>
                <a:cs typeface="Arial"/>
              </a:rPr>
              <a:t>rayado</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2. pop. Persona que llama la atención por tener una forma extraña y extravagante de actuar o de vestir: </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—Melena, pantalones raídos, chompa de cuero vieja, el Fuete Monsalve nunca dejó de parecer y ser un rayado.[Ad hoc.]</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(Borrar la definición del ejemplo)</a:t>
            </a:r>
            <a:endParaRPr sz="2400"/>
          </a:p>
        </p:txBody>
      </p:sp>
      <p:sp>
        <p:nvSpPr>
          <p:cNvPr id="2038143610" name=""/>
          <p:cNvSpPr/>
          <p:nvPr/>
        </p:nvSpPr>
        <p:spPr bwMode="auto">
          <a:xfrm rot="0" flipH="0" flipV="0">
            <a:off x="-11102" y="1719447"/>
            <a:ext cx="270875" cy="27461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sz="2400"/>
          </a:p>
        </p:txBody>
      </p:sp>
      <p:pic>
        <p:nvPicPr>
          <p:cNvPr id="1711704955" name=""/>
          <p:cNvPicPr>
            <a:picLocks noChangeAspect="1"/>
          </p:cNvPicPr>
          <p:nvPr/>
        </p:nvPicPr>
        <p:blipFill rotWithShape="1">
          <a:blip r:embed="rId3"/>
          <a:stretch/>
        </p:blipFill>
        <p:spPr bwMode="auto">
          <a:xfrm>
            <a:off x="259772" y="-729837"/>
            <a:ext cx="3924299" cy="8543925"/>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53947909" name="Title 1"/>
          <p:cNvSpPr>
            <a:spLocks noGrp="1"/>
          </p:cNvSpPr>
          <p:nvPr>
            <p:ph type="title"/>
          </p:nvPr>
        </p:nvSpPr>
        <p:spPr bwMode="auto">
          <a:xfrm flipH="0" flipV="0">
            <a:off x="4998798" y="365123"/>
            <a:ext cx="6355000" cy="1325561"/>
          </a:xfrm>
        </p:spPr>
        <p:txBody>
          <a:bodyPr/>
          <a:lstStyle/>
          <a:p>
            <a:pPr>
              <a:defRPr/>
            </a:pPr>
            <a:r>
              <a:rPr lang="es-MX" sz="2400"/>
              <a:t>Corrección 010</a:t>
            </a:r>
            <a:endParaRPr sz="2400"/>
          </a:p>
        </p:txBody>
      </p:sp>
      <p:sp>
        <p:nvSpPr>
          <p:cNvPr id="1515357618" name="Marcador de contenido 2"/>
          <p:cNvSpPr>
            <a:spLocks noGrp="1"/>
          </p:cNvSpPr>
          <p:nvPr>
            <p:ph idx="1"/>
          </p:nvPr>
        </p:nvSpPr>
        <p:spPr bwMode="auto">
          <a:xfrm flipH="0" flipV="0">
            <a:off x="4998798" y="1825623"/>
            <a:ext cx="6355000" cy="4351338"/>
          </a:xfrm>
        </p:spPr>
        <p:txBody>
          <a:bodyPr vertOverflow="overflow" horzOverflow="overflow" vert="horz" wrap="square" lIns="91440" tIns="45720" rIns="91440" bIns="45720" numCol="1" spcCol="0" rtlCol="0" fromWordArt="0" anchor="t" anchorCtr="0" forceAA="0" upright="0" compatLnSpc="0">
            <a:normAutofit/>
          </a:bodyPr>
          <a:lstStyle/>
          <a:p>
            <a:pPr marL="0" indent="0">
              <a:buFont typeface="Arial"/>
              <a:buNone/>
              <a:defRPr/>
            </a:pPr>
            <a:r>
              <a:rPr lang="es-ES" sz="2400" b="0" i="0" u="none" strike="noStrike" cap="none" spc="0">
                <a:solidFill>
                  <a:schemeClr val="tx1"/>
                </a:solidFill>
                <a:latin typeface="Arial"/>
                <a:ea typeface="Arial"/>
                <a:cs typeface="Arial"/>
              </a:rPr>
              <a:t>checo </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La categoría de tóxicos, se registró el uso de 4 especies, la principal Sapindus saponaria L. (Checo), cabe recalcar que su uso ya no se practica en la actualidad. [Tesis], Cinthia Córdova, Valoración económica de productos forestales no maderables de origen vegetal del bosque seco del cantón Pindal. </a:t>
            </a:r>
            <a:endParaRPr sz="2400"/>
          </a:p>
        </p:txBody>
      </p:sp>
      <p:sp>
        <p:nvSpPr>
          <p:cNvPr id="375077937" name=""/>
          <p:cNvSpPr/>
          <p:nvPr/>
        </p:nvSpPr>
        <p:spPr bwMode="auto">
          <a:xfrm rot="0" flipH="0" flipV="0">
            <a:off x="-11101" y="1719446"/>
            <a:ext cx="270874" cy="274616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sz="2400"/>
          </a:p>
        </p:txBody>
      </p:sp>
      <p:pic>
        <p:nvPicPr>
          <p:cNvPr id="2095789348" name=""/>
          <p:cNvPicPr>
            <a:picLocks noChangeAspect="1"/>
          </p:cNvPicPr>
          <p:nvPr/>
        </p:nvPicPr>
        <p:blipFill rotWithShape="1">
          <a:blip r:embed="rId3"/>
          <a:stretch/>
        </p:blipFill>
        <p:spPr bwMode="auto">
          <a:xfrm>
            <a:off x="259772" y="-828674"/>
            <a:ext cx="3914775" cy="851535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00910781" name="Title 1"/>
          <p:cNvSpPr>
            <a:spLocks noGrp="1"/>
          </p:cNvSpPr>
          <p:nvPr>
            <p:ph type="title"/>
          </p:nvPr>
        </p:nvSpPr>
        <p:spPr bwMode="auto">
          <a:xfrm flipH="0" flipV="0">
            <a:off x="4998798" y="365124"/>
            <a:ext cx="6355001" cy="1325562"/>
          </a:xfrm>
        </p:spPr>
        <p:txBody>
          <a:bodyPr/>
          <a:lstStyle/>
          <a:p>
            <a:pPr>
              <a:defRPr/>
            </a:pPr>
            <a:r>
              <a:rPr lang="es-MX" sz="2400"/>
              <a:t>Corrección 011</a:t>
            </a:r>
            <a:endParaRPr sz="2400"/>
          </a:p>
        </p:txBody>
      </p:sp>
      <p:sp>
        <p:nvSpPr>
          <p:cNvPr id="1228945571" name="Marcador de contenido 2"/>
          <p:cNvSpPr>
            <a:spLocks noGrp="1"/>
          </p:cNvSpPr>
          <p:nvPr>
            <p:ph idx="1"/>
          </p:nvPr>
        </p:nvSpPr>
        <p:spPr bwMode="auto">
          <a:xfrm flipH="0" flipV="0">
            <a:off x="4998798" y="1825624"/>
            <a:ext cx="6355001" cy="4351338"/>
          </a:xfrm>
        </p:spPr>
        <p:txBody>
          <a:bodyPr vertOverflow="overflow" horzOverflow="overflow" vert="horz" wrap="square" lIns="91440" tIns="45720" rIns="91440" bIns="45720" numCol="1" spcCol="0" rtlCol="0" fromWordArt="0" anchor="t" anchorCtr="0" forceAA="0" upright="0" compatLnSpc="0">
            <a:normAutofit/>
          </a:bodyPr>
          <a:lstStyle/>
          <a:p>
            <a:pPr marL="0" indent="0">
              <a:buFont typeface="Arial"/>
              <a:buNone/>
              <a:defRPr/>
            </a:pPr>
            <a:r>
              <a:rPr lang="es-ES" sz="2400" b="0" i="0" u="none" strike="noStrike" cap="none" spc="0">
                <a:solidFill>
                  <a:schemeClr val="tx1"/>
                </a:solidFill>
                <a:latin typeface="Arial"/>
                <a:ea typeface="Arial"/>
                <a:cs typeface="Arial"/>
              </a:rPr>
              <a:t>llevar a mal andar</a:t>
            </a:r>
            <a:endParaRPr sz="2400" b="0" i="0" u="none" strike="noStrike" cap="none" spc="0">
              <a:solidFill>
                <a:schemeClr val="tx1"/>
              </a:solidFill>
              <a:latin typeface="Arial"/>
              <a:ea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loc. verb.</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Turbar el ánimo a una persona:</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 Esos problemas que tienes en el trabajo los llevas a mal andar. Deberías ir a terapia.[Ad hoc]</a:t>
            </a:r>
            <a:endParaRPr sz="2400"/>
          </a:p>
        </p:txBody>
      </p:sp>
      <p:sp>
        <p:nvSpPr>
          <p:cNvPr id="2124137963" name=""/>
          <p:cNvSpPr/>
          <p:nvPr/>
        </p:nvSpPr>
        <p:spPr bwMode="auto">
          <a:xfrm rot="0" flipH="0" flipV="0">
            <a:off x="-11102" y="1719447"/>
            <a:ext cx="270875" cy="27461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sz="2400"/>
          </a:p>
        </p:txBody>
      </p:sp>
      <p:pic>
        <p:nvPicPr>
          <p:cNvPr id="1079578415" name=""/>
          <p:cNvPicPr>
            <a:picLocks noChangeAspect="1"/>
          </p:cNvPicPr>
          <p:nvPr/>
        </p:nvPicPr>
        <p:blipFill rotWithShape="1">
          <a:blip r:embed="rId3"/>
          <a:stretch/>
        </p:blipFill>
        <p:spPr bwMode="auto">
          <a:xfrm>
            <a:off x="173181" y="-819149"/>
            <a:ext cx="3933824" cy="8496299"/>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92064096" name="Title 1"/>
          <p:cNvSpPr>
            <a:spLocks noGrp="1"/>
          </p:cNvSpPr>
          <p:nvPr>
            <p:ph type="title"/>
          </p:nvPr>
        </p:nvSpPr>
        <p:spPr bwMode="auto">
          <a:xfrm flipH="0" flipV="0">
            <a:off x="4998798" y="365124"/>
            <a:ext cx="6355001" cy="1325562"/>
          </a:xfrm>
        </p:spPr>
        <p:txBody>
          <a:bodyPr/>
          <a:lstStyle/>
          <a:p>
            <a:pPr>
              <a:defRPr/>
            </a:pPr>
            <a:r>
              <a:rPr lang="es-MX" sz="2400"/>
              <a:t>Corrección 012</a:t>
            </a:r>
            <a:endParaRPr sz="2400"/>
          </a:p>
        </p:txBody>
      </p:sp>
      <p:sp>
        <p:nvSpPr>
          <p:cNvPr id="649825390" name="Marcador de contenido 2"/>
          <p:cNvSpPr>
            <a:spLocks noGrp="1"/>
          </p:cNvSpPr>
          <p:nvPr>
            <p:ph idx="1"/>
          </p:nvPr>
        </p:nvSpPr>
        <p:spPr bwMode="auto">
          <a:xfrm flipH="0" flipV="0">
            <a:off x="4998798" y="1825624"/>
            <a:ext cx="6355001" cy="4351338"/>
          </a:xfrm>
        </p:spPr>
        <p:txBody>
          <a:bodyPr vertOverflow="overflow" horzOverflow="overflow" vert="horz" wrap="square" lIns="91440" tIns="45720" rIns="91440" bIns="45720" numCol="1" spcCol="0" rtlCol="0" fromWordArt="0" anchor="t" anchorCtr="0" forceAA="0" upright="0" compatLnSpc="0">
            <a:normAutofit/>
          </a:bodyPr>
          <a:lstStyle/>
          <a:p>
            <a:pPr marL="0" indent="0">
              <a:buFont typeface="Arial"/>
              <a:buNone/>
              <a:defRPr/>
            </a:pPr>
            <a:r>
              <a:rPr lang="es-ES" sz="2400" b="0" i="0" u="none" strike="noStrike" cap="none" spc="0">
                <a:solidFill>
                  <a:schemeClr val="tx1"/>
                </a:solidFill>
                <a:latin typeface="Arial"/>
                <a:ea typeface="Arial"/>
                <a:cs typeface="Arial"/>
              </a:rPr>
              <a:t>taza del baño</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f.</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Aparato sanitario para evacuar orina y excrementos; inodoro</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—M se sienta, todavía adormilada, en la taza del baño y orina. Miguel Donoso Pareja, Hoy empiezo a acordarme.</a:t>
            </a:r>
            <a:endParaRPr sz="2400"/>
          </a:p>
        </p:txBody>
      </p:sp>
      <p:sp>
        <p:nvSpPr>
          <p:cNvPr id="1689819446" name=""/>
          <p:cNvSpPr/>
          <p:nvPr/>
        </p:nvSpPr>
        <p:spPr bwMode="auto">
          <a:xfrm rot="0" flipH="0" flipV="0">
            <a:off x="-11102" y="1719447"/>
            <a:ext cx="270875" cy="27461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sz="2400"/>
          </a:p>
        </p:txBody>
      </p:sp>
      <p:pic>
        <p:nvPicPr>
          <p:cNvPr id="1532019289" name=""/>
          <p:cNvPicPr>
            <a:picLocks noChangeAspect="1"/>
          </p:cNvPicPr>
          <p:nvPr/>
        </p:nvPicPr>
        <p:blipFill rotWithShape="1">
          <a:blip r:embed="rId3"/>
          <a:stretch/>
        </p:blipFill>
        <p:spPr bwMode="auto">
          <a:xfrm>
            <a:off x="259772" y="-878278"/>
            <a:ext cx="3914775" cy="850582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80415154" name="Title 1"/>
          <p:cNvSpPr>
            <a:spLocks noGrp="1"/>
          </p:cNvSpPr>
          <p:nvPr>
            <p:ph type="title"/>
          </p:nvPr>
        </p:nvSpPr>
        <p:spPr bwMode="auto">
          <a:xfrm flipH="0" flipV="0">
            <a:off x="4998798" y="365124"/>
            <a:ext cx="6355001" cy="1325562"/>
          </a:xfrm>
        </p:spPr>
        <p:txBody>
          <a:bodyPr/>
          <a:lstStyle/>
          <a:p>
            <a:pPr>
              <a:defRPr/>
            </a:pPr>
            <a:r>
              <a:rPr lang="es-MX" sz="2400"/>
              <a:t>Corrección 013</a:t>
            </a:r>
            <a:endParaRPr sz="2400"/>
          </a:p>
        </p:txBody>
      </p:sp>
      <p:sp>
        <p:nvSpPr>
          <p:cNvPr id="1412881347" name="Marcador de contenido 2"/>
          <p:cNvSpPr>
            <a:spLocks noGrp="1"/>
          </p:cNvSpPr>
          <p:nvPr>
            <p:ph idx="1"/>
          </p:nvPr>
        </p:nvSpPr>
        <p:spPr bwMode="auto">
          <a:xfrm flipH="0" flipV="0">
            <a:off x="4998798" y="1825624"/>
            <a:ext cx="6355001" cy="4351338"/>
          </a:xfrm>
        </p:spPr>
        <p:txBody>
          <a:bodyPr vertOverflow="overflow" horzOverflow="overflow" vert="horz" wrap="square" lIns="91440" tIns="45720" rIns="91440" bIns="45720" numCol="1" spcCol="0" rtlCol="0" fromWordArt="0" anchor="t" anchorCtr="0" forceAA="0" upright="0" compatLnSpc="0">
            <a:normAutofit/>
          </a:bodyPr>
          <a:lstStyle/>
          <a:p>
            <a:pPr marL="0" indent="0">
              <a:buFont typeface="Arial"/>
              <a:buNone/>
              <a:defRPr/>
            </a:pPr>
            <a:r>
              <a:rPr lang="es-ES" sz="2400" b="0" i="0" u="none" strike="noStrike" cap="none" spc="0">
                <a:solidFill>
                  <a:schemeClr val="tx1"/>
                </a:solidFill>
                <a:latin typeface="Arial"/>
                <a:ea typeface="Arial"/>
                <a:cs typeface="Arial"/>
              </a:rPr>
              <a:t>trinquete</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2. obsol. Aldabilla con que se aseguran las puertas: </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—Tienes que poner el trinquete para que la puerta de tu habitación no se abra y estés seguro dentro de ella. Aquí los ladrones abundan y suelen robar durante la noche. [Ad hoc]</a:t>
            </a:r>
            <a:endParaRPr sz="2400"/>
          </a:p>
        </p:txBody>
      </p:sp>
      <p:sp>
        <p:nvSpPr>
          <p:cNvPr id="1318255363" name=""/>
          <p:cNvSpPr/>
          <p:nvPr/>
        </p:nvSpPr>
        <p:spPr bwMode="auto">
          <a:xfrm rot="0" flipH="0" flipV="0">
            <a:off x="-11102" y="1719447"/>
            <a:ext cx="270875" cy="27461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sz="2400"/>
          </a:p>
        </p:txBody>
      </p:sp>
      <p:pic>
        <p:nvPicPr>
          <p:cNvPr id="1481017531" name=""/>
          <p:cNvPicPr>
            <a:picLocks noChangeAspect="1"/>
          </p:cNvPicPr>
          <p:nvPr/>
        </p:nvPicPr>
        <p:blipFill rotWithShape="1">
          <a:blip r:embed="rId3"/>
          <a:stretch/>
        </p:blipFill>
        <p:spPr bwMode="auto">
          <a:xfrm>
            <a:off x="259772" y="-717467"/>
            <a:ext cx="3924299" cy="858202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21561544" name="Title 1"/>
          <p:cNvSpPr>
            <a:spLocks noGrp="1"/>
          </p:cNvSpPr>
          <p:nvPr>
            <p:ph type="title"/>
          </p:nvPr>
        </p:nvSpPr>
        <p:spPr bwMode="auto">
          <a:xfrm flipH="0" flipV="0">
            <a:off x="4998798" y="365124"/>
            <a:ext cx="6355001" cy="1325562"/>
          </a:xfrm>
        </p:spPr>
        <p:txBody>
          <a:bodyPr/>
          <a:lstStyle/>
          <a:p>
            <a:pPr>
              <a:defRPr/>
            </a:pPr>
            <a:r>
              <a:rPr lang="es-MX" sz="2400"/>
              <a:t>Corrección 014</a:t>
            </a:r>
            <a:endParaRPr sz="2400"/>
          </a:p>
        </p:txBody>
      </p:sp>
      <p:sp>
        <p:nvSpPr>
          <p:cNvPr id="224800694" name="Marcador de contenido 2"/>
          <p:cNvSpPr>
            <a:spLocks noGrp="1"/>
          </p:cNvSpPr>
          <p:nvPr>
            <p:ph idx="1"/>
          </p:nvPr>
        </p:nvSpPr>
        <p:spPr bwMode="auto">
          <a:xfrm flipH="0" flipV="0">
            <a:off x="4998798" y="1825624"/>
            <a:ext cx="6355001" cy="4351338"/>
          </a:xfrm>
        </p:spPr>
        <p:txBody>
          <a:bodyPr vertOverflow="overflow" horzOverflow="overflow" vert="horz" wrap="square" lIns="91440" tIns="45720" rIns="91440" bIns="45720" numCol="1" spcCol="0" rtlCol="0" fromWordArt="0" anchor="t" anchorCtr="0" forceAA="0" upright="0" compatLnSpc="0">
            <a:normAutofit/>
          </a:bodyPr>
          <a:lstStyle/>
          <a:p>
            <a:pPr marL="0" indent="0">
              <a:buFont typeface="Arial"/>
              <a:buNone/>
              <a:defRPr/>
            </a:pPr>
            <a:r>
              <a:rPr lang="es-ES" sz="2400" b="0" i="0" u="none" strike="noStrike" cap="none" spc="0">
                <a:solidFill>
                  <a:schemeClr val="tx1"/>
                </a:solidFill>
                <a:latin typeface="Arial"/>
                <a:ea typeface="Arial"/>
                <a:cs typeface="Arial"/>
              </a:rPr>
              <a:t>relajero, -a</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m. y f.</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pop.U.t.c.adj.Persona que causa alboroto, bullicio o desorden:</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 Le apostaron a Justin Barcia, “por ser el típico gringo relajero, de pelo largo, que tiene la reputación de chico malo, pero es un buen deportista y muy disciplinado”. [Web], motociclismo.ec, 16.05.2021.</a:t>
            </a:r>
            <a:endParaRPr sz="2400" b="0" i="0" u="none" strike="noStrike" cap="none" spc="0">
              <a:solidFill>
                <a:schemeClr val="tx1"/>
              </a:solidFill>
              <a:latin typeface="Arial"/>
              <a:cs typeface="Arial"/>
            </a:endParaRPr>
          </a:p>
          <a:p>
            <a:pPr marL="0" indent="0">
              <a:buFont typeface="Arial"/>
              <a:buNone/>
              <a:defRPr/>
            </a:pPr>
            <a:r>
              <a:rPr lang="es-ES" sz="2400" b="0" i="0" u="none" strike="noStrike" cap="none" spc="0">
                <a:solidFill>
                  <a:schemeClr val="tx1"/>
                </a:solidFill>
                <a:latin typeface="Arial"/>
                <a:ea typeface="Arial"/>
                <a:cs typeface="Arial"/>
              </a:rPr>
              <a:t> (Solo relajero va en negrita)</a:t>
            </a:r>
            <a:endParaRPr sz="2400"/>
          </a:p>
        </p:txBody>
      </p:sp>
      <p:sp>
        <p:nvSpPr>
          <p:cNvPr id="811949278" name=""/>
          <p:cNvSpPr/>
          <p:nvPr/>
        </p:nvSpPr>
        <p:spPr bwMode="auto">
          <a:xfrm rot="0" flipH="0" flipV="0">
            <a:off x="-11102" y="1719447"/>
            <a:ext cx="270875" cy="27461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sz="2400"/>
          </a:p>
        </p:txBody>
      </p:sp>
      <p:pic>
        <p:nvPicPr>
          <p:cNvPr id="1003726195" name=""/>
          <p:cNvPicPr>
            <a:picLocks noChangeAspect="1"/>
          </p:cNvPicPr>
          <p:nvPr/>
        </p:nvPicPr>
        <p:blipFill rotWithShape="1">
          <a:blip r:embed="rId3"/>
          <a:stretch/>
        </p:blipFill>
        <p:spPr bwMode="auto">
          <a:xfrm>
            <a:off x="259772" y="-1169905"/>
            <a:ext cx="3952874" cy="852487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75238804" name="Title 1"/>
          <p:cNvSpPr>
            <a:spLocks noGrp="1"/>
          </p:cNvSpPr>
          <p:nvPr>
            <p:ph type="title"/>
          </p:nvPr>
        </p:nvSpPr>
        <p:spPr bwMode="auto">
          <a:xfrm flipH="0" flipV="0">
            <a:off x="4998798" y="365124"/>
            <a:ext cx="6355001" cy="1325562"/>
          </a:xfrm>
        </p:spPr>
        <p:txBody>
          <a:bodyPr/>
          <a:lstStyle/>
          <a:p>
            <a:pPr>
              <a:defRPr/>
            </a:pPr>
            <a:r>
              <a:rPr lang="es-MX" sz="2400"/>
              <a:t>Corrección 015</a:t>
            </a:r>
            <a:endParaRPr sz="2400"/>
          </a:p>
        </p:txBody>
      </p:sp>
      <p:sp>
        <p:nvSpPr>
          <p:cNvPr id="1720618583" name="Marcador de contenido 2"/>
          <p:cNvSpPr>
            <a:spLocks noGrp="1"/>
          </p:cNvSpPr>
          <p:nvPr>
            <p:ph idx="1"/>
          </p:nvPr>
        </p:nvSpPr>
        <p:spPr bwMode="auto">
          <a:xfrm flipH="0" flipV="0">
            <a:off x="4998798" y="1825624"/>
            <a:ext cx="6355001" cy="4351338"/>
          </a:xfrm>
        </p:spPr>
        <p:txBody>
          <a:bodyPr vertOverflow="overflow" horzOverflow="overflow" vert="horz" wrap="square" lIns="91440" tIns="45720" rIns="91440" bIns="45720" numCol="1" spcCol="0" rtlCol="0" fromWordArt="0" anchor="t" anchorCtr="0" forceAA="0" upright="0" compatLnSpc="0">
            <a:normAutofit/>
          </a:bodyPr>
          <a:lstStyle/>
          <a:p>
            <a:pPr marL="0" indent="0">
              <a:buFont typeface="Arial"/>
              <a:buNone/>
              <a:defRPr/>
            </a:pPr>
            <a:r>
              <a:rPr lang="es-ES" sz="2400" b="0" i="0" u="none" strike="noStrike" cap="none" spc="0">
                <a:solidFill>
                  <a:schemeClr val="tx1"/>
                </a:solidFill>
                <a:latin typeface="Arial"/>
                <a:ea typeface="Arial"/>
                <a:cs typeface="Arial"/>
              </a:rPr>
              <a:t>Se corrigió un error de formato en entradas con aclaraciones específicas. En el caso de “cake”, la aclaración del inglés cake, pastel fue normalizada para utilizar únicamente paréntesis, eliminando el uso simultáneo de paréntesis y </a:t>
            </a:r>
            <a:r>
              <a:rPr lang="es-MX" sz="2400" b="0" i="0" u="none" strike="noStrike" cap="none" spc="0">
                <a:solidFill>
                  <a:schemeClr val="tx1"/>
                </a:solidFill>
                <a:latin typeface="Arial"/>
                <a:ea typeface="Arial"/>
                <a:cs typeface="Arial"/>
              </a:rPr>
              <a:t>corchetes</a:t>
            </a:r>
            <a:r>
              <a:rPr lang="es-ES" sz="2400" b="0" i="0" u="none" strike="noStrike" cap="none" spc="0">
                <a:solidFill>
                  <a:schemeClr val="tx1"/>
                </a:solidFill>
                <a:latin typeface="Arial"/>
                <a:ea typeface="Arial"/>
                <a:cs typeface="Arial"/>
              </a:rPr>
              <a:t>. Este ajuste de formato se aplicó de manera global al resto de las palabras de la base de datos.</a:t>
            </a:r>
            <a:endParaRPr sz="2400"/>
          </a:p>
        </p:txBody>
      </p:sp>
      <p:sp>
        <p:nvSpPr>
          <p:cNvPr id="1932280679" name=""/>
          <p:cNvSpPr/>
          <p:nvPr/>
        </p:nvSpPr>
        <p:spPr bwMode="auto">
          <a:xfrm rot="0" flipH="0" flipV="0">
            <a:off x="-11102" y="1719447"/>
            <a:ext cx="270875" cy="27461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sz="2400"/>
          </a:p>
        </p:txBody>
      </p:sp>
      <p:pic>
        <p:nvPicPr>
          <p:cNvPr id="1570095281" name=""/>
          <p:cNvPicPr>
            <a:picLocks noChangeAspect="1"/>
          </p:cNvPicPr>
          <p:nvPr/>
        </p:nvPicPr>
        <p:blipFill rotWithShape="1">
          <a:blip r:embed="rId3"/>
          <a:stretch/>
        </p:blipFill>
        <p:spPr bwMode="auto">
          <a:xfrm>
            <a:off x="259772" y="-392451"/>
            <a:ext cx="3914775" cy="851535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864408" name="Title 1"/>
          <p:cNvSpPr>
            <a:spLocks noGrp="1"/>
          </p:cNvSpPr>
          <p:nvPr>
            <p:ph type="title"/>
          </p:nvPr>
        </p:nvSpPr>
        <p:spPr bwMode="auto">
          <a:xfrm flipH="0" flipV="0">
            <a:off x="4998798" y="365124"/>
            <a:ext cx="6355001" cy="1325562"/>
          </a:xfrm>
        </p:spPr>
        <p:txBody>
          <a:bodyPr/>
          <a:lstStyle/>
          <a:p>
            <a:pPr>
              <a:defRPr/>
            </a:pPr>
            <a:r>
              <a:rPr lang="es-MX" sz="2400"/>
              <a:t>Corrección 016</a:t>
            </a:r>
            <a:endParaRPr sz="2400"/>
          </a:p>
        </p:txBody>
      </p:sp>
      <p:sp>
        <p:nvSpPr>
          <p:cNvPr id="1788236179" name="Marcador de contenido 2"/>
          <p:cNvSpPr>
            <a:spLocks noGrp="1"/>
          </p:cNvSpPr>
          <p:nvPr>
            <p:ph idx="1"/>
          </p:nvPr>
        </p:nvSpPr>
        <p:spPr bwMode="auto">
          <a:xfrm flipH="0" flipV="0">
            <a:off x="4998798" y="1825624"/>
            <a:ext cx="6355001" cy="4351338"/>
          </a:xfrm>
        </p:spPr>
        <p:txBody>
          <a:bodyPr vertOverflow="overflow" horzOverflow="overflow" vert="horz" wrap="square" lIns="91440" tIns="45720" rIns="91440" bIns="45720" numCol="1" spcCol="0" rtlCol="0" fromWordArt="0" anchor="t" anchorCtr="0" forceAA="0" upright="0" compatLnSpc="0">
            <a:normAutofit/>
          </a:bodyPr>
          <a:lstStyle/>
          <a:p>
            <a:pPr marL="0" indent="0">
              <a:buFont typeface="Arial"/>
              <a:buNone/>
              <a:defRPr/>
            </a:pPr>
            <a:r>
              <a:rPr lang="es-ES" sz="2400" b="0" i="0" u="none" strike="noStrike" cap="none" spc="0">
                <a:solidFill>
                  <a:schemeClr val="tx1"/>
                </a:solidFill>
                <a:latin typeface="Arial"/>
                <a:ea typeface="Arial"/>
                <a:cs typeface="Arial"/>
              </a:rPr>
              <a:t>Atendiendo al criterio establecido por el cliente, se realizó una corrección sistemática en las definiciones cuya redacción inicia con “persona”, incorporando la etiqueta UTC: adjetivo. Aunque la incidencia se ejemplifica claramente en la entrada “rocoto”, la corrección fue aplicada de forma uniforme a todas las entradas de la base de datos que cumplen con este patrón definicional.</a:t>
            </a:r>
            <a:endParaRPr sz="2400"/>
          </a:p>
        </p:txBody>
      </p:sp>
      <p:sp>
        <p:nvSpPr>
          <p:cNvPr id="436110051" name=""/>
          <p:cNvSpPr/>
          <p:nvPr/>
        </p:nvSpPr>
        <p:spPr bwMode="auto">
          <a:xfrm rot="0" flipH="0" flipV="0">
            <a:off x="-11102" y="1719447"/>
            <a:ext cx="270875" cy="27461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sz="2400"/>
          </a:p>
        </p:txBody>
      </p:sp>
      <p:pic>
        <p:nvPicPr>
          <p:cNvPr id="1433661970" name=""/>
          <p:cNvPicPr>
            <a:picLocks noChangeAspect="1"/>
          </p:cNvPicPr>
          <p:nvPr/>
        </p:nvPicPr>
        <p:blipFill rotWithShape="1">
          <a:blip r:embed="rId3"/>
          <a:stretch/>
        </p:blipFill>
        <p:spPr bwMode="auto">
          <a:xfrm>
            <a:off x="259772" y="-705096"/>
            <a:ext cx="3886200" cy="8477249"/>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60372204" name="Title 1"/>
          <p:cNvSpPr>
            <a:spLocks noGrp="1"/>
          </p:cNvSpPr>
          <p:nvPr>
            <p:ph type="title"/>
          </p:nvPr>
        </p:nvSpPr>
        <p:spPr bwMode="auto">
          <a:xfrm flipH="0" flipV="0">
            <a:off x="4998798" y="365124"/>
            <a:ext cx="6355001" cy="1325562"/>
          </a:xfrm>
        </p:spPr>
        <p:txBody>
          <a:bodyPr/>
          <a:lstStyle/>
          <a:p>
            <a:pPr>
              <a:defRPr/>
            </a:pPr>
            <a:r>
              <a:rPr lang="es-MX" sz="2400"/>
              <a:t>Corrección 017</a:t>
            </a:r>
            <a:endParaRPr sz="2400"/>
          </a:p>
        </p:txBody>
      </p:sp>
      <p:sp>
        <p:nvSpPr>
          <p:cNvPr id="651721183" name="Marcador de contenido 2"/>
          <p:cNvSpPr>
            <a:spLocks noGrp="1"/>
          </p:cNvSpPr>
          <p:nvPr>
            <p:ph idx="1"/>
          </p:nvPr>
        </p:nvSpPr>
        <p:spPr bwMode="auto">
          <a:xfrm flipH="0" flipV="0">
            <a:off x="4998798" y="1825624"/>
            <a:ext cx="6355001" cy="4351338"/>
          </a:xfrm>
        </p:spPr>
        <p:txBody>
          <a:bodyPr vertOverflow="overflow" horzOverflow="overflow" vert="horz" wrap="square" lIns="91440" tIns="45720" rIns="91440" bIns="45720" numCol="1" spcCol="0" rtlCol="0" fromWordArt="0" anchor="t" anchorCtr="0" forceAA="0" upright="0" compatLnSpc="0">
            <a:normAutofit/>
          </a:bodyPr>
          <a:lstStyle/>
          <a:p>
            <a:pPr marL="0" indent="0">
              <a:buFont typeface="Arial"/>
              <a:buNone/>
              <a:defRPr/>
            </a:pPr>
            <a:r>
              <a:rPr lang="es-ES" sz="2400" b="0" i="0" u="none" strike="noStrike" cap="none" spc="0">
                <a:solidFill>
                  <a:schemeClr val="tx1"/>
                </a:solidFill>
                <a:latin typeface="Arial"/>
                <a:ea typeface="Arial"/>
                <a:cs typeface="Arial"/>
              </a:rPr>
              <a:t>Conforme a lo solicitado por el cliente, se incorporó una sección introductoria accesible mediante un pop-up, que incluye un texto de presentación general del diccionario, así como una sección de créditos con equipo de trabajo, puestos y nombres. El contenido se dejó de forma genérica, quedando preparado para la incorporación de la información definitiva que el cliente desee agregar. La sección permanece abierta a futuros ajustes o contenidos adicionales.</a:t>
            </a:r>
            <a:endParaRPr sz="2400"/>
          </a:p>
        </p:txBody>
      </p:sp>
      <p:sp>
        <p:nvSpPr>
          <p:cNvPr id="183584547" name=""/>
          <p:cNvSpPr/>
          <p:nvPr/>
        </p:nvSpPr>
        <p:spPr bwMode="auto">
          <a:xfrm rot="0" flipH="0" flipV="0">
            <a:off x="-11102" y="1719447"/>
            <a:ext cx="270875" cy="27461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sz="2400"/>
          </a:p>
        </p:txBody>
      </p:sp>
      <p:pic>
        <p:nvPicPr>
          <p:cNvPr id="1997328756" name=""/>
          <p:cNvPicPr>
            <a:picLocks noChangeAspect="1"/>
          </p:cNvPicPr>
          <p:nvPr/>
        </p:nvPicPr>
        <p:blipFill rotWithShape="1">
          <a:blip r:embed="rId3"/>
          <a:stretch/>
        </p:blipFill>
        <p:spPr bwMode="auto">
          <a:xfrm flipH="0" flipV="0">
            <a:off x="259772" y="-215383"/>
            <a:ext cx="3328830" cy="7061156"/>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New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Arial"/>
        <a:ea typeface="Arial"/>
        <a:cs typeface="Arial"/>
      </a:majorFont>
      <a:minorFont>
        <a:latin typeface="Arial"/>
        <a:ea typeface="Arial"/>
        <a:cs typeface="Arial"/>
      </a:minorFont>
    </a:fontScheme>
    <a:fmtScheme name="Office Them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ONLYOFFICE/9.2.0.100</Application>
  <PresentationFormat>On-screen Show (4:3)</PresentationFormat>
  <Paragraphs>0</Paragraphs>
  <Slides>17</Slides>
  <Notes>17</Notes>
  <HiddenSlides>0</HiddenSlides>
  <MMClips>2</MMClips>
  <ScaleCrop>0</ScaleCrop>
  <HeadingPairs>
    <vt:vector size="4" baseType="variant">
      <vt:variant>
        <vt:lpstr>Theme</vt:lpstr>
      </vt:variant>
      <vt:variant>
        <vt:i4>1</vt:i4>
      </vt:variant>
      <vt:variant>
        <vt:lpstr>Slide Titles</vt:lpstr>
      </vt:variant>
      <vt:variant>
        <vt:i4>17</vt:i4>
      </vt:variant>
    </vt:vector>
  </HeadingPairs>
  <TitlesOfParts>
    <vt:vector size="18"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7</cp:revision>
  <dcterms:modified xsi:type="dcterms:W3CDTF">2025-12-22T23:50:07Z</dcterms:modified>
</cp:coreProperties>
</file>