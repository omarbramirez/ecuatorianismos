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24075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28297932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691761667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307528157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406573721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47144469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969856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4385796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569384441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259A46-31E6-B907-3ADF-671DF83D2E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122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4684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67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9A288E-6814-F26C-839D-08BA845626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507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377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65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DE5430-809A-928A-A542-405C7FD25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904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050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0601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15F4FE-82B4-FE68-4C10-E68169046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60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9383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804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CCE025-10A5-3677-46D9-0FB97248EE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178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021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35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01CEE4-8AF1-45C4-EEAE-2E1F44F82F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51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173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915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20D616-ACC0-672A-9F4E-48C3975B0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476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4002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929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30EA6-7778-8842-6180-EF5790EBA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5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455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51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8D482A-F057-494B-B24F-98EABBE8A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385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998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917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36AA76-3196-E6A5-8883-CB0F1DBEB2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813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387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240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71D1C9-C70B-4B12-046D-64B4D8F6F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932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980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64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6175FE-0FE3-F89D-25A3-4A3B999D88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932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6687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1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AACCDE-77AC-7FED-2545-6783D359FC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707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839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047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6E6CBC-4E53-DB9A-024F-2355B6110A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97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25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370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9389F1-CC62-A9C9-3A1B-3297D49B8A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949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237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69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56C877-49E1-4782-4A70-D690BAF606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397108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75462189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287653338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51144361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0848371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953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058344485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07837064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60482800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24383094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519202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690216753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30238230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59422647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79300921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33838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61709050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44308591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01354675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93832853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36875587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62129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562036102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127809438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34936386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00597851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129872142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493833549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6486397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555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44825201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94706025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7674063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58975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463654982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94671436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303498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96651431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42302599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735824625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925864865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141901207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255975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767619265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75013779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32587227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31378364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67857723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80974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685692380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83755362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96011734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1060328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720383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800370761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24496806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111130627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76078535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43717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40612523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416311040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813720073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93145654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00245" name="Títu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308137960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8404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001</a:t>
            </a:r>
            <a:endParaRPr/>
          </a:p>
        </p:txBody>
      </p:sp>
      <p:sp>
        <p:nvSpPr>
          <p:cNvPr id="63398048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679219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0"/>
            <a:ext cx="3962399" cy="8553449"/>
          </a:xfrm>
          <a:prstGeom prst="rect">
            <a:avLst/>
          </a:prstGeom>
        </p:spPr>
      </p:pic>
      <p:sp>
        <p:nvSpPr>
          <p:cNvPr id="419543473" name=""/>
          <p:cNvSpPr/>
          <p:nvPr/>
        </p:nvSpPr>
        <p:spPr bwMode="auto">
          <a:xfrm rot="0" flipH="0" flipV="0">
            <a:off x="-11103" y="1719447"/>
            <a:ext cx="270876" cy="2746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9966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2076472005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479937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294480"/>
            <a:ext cx="4038599" cy="8591549"/>
          </a:xfrm>
          <a:prstGeom prst="rect">
            <a:avLst/>
          </a:prstGeom>
        </p:spPr>
      </p:pic>
      <p:sp>
        <p:nvSpPr>
          <p:cNvPr id="851496118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97485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537374309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01679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729398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270668"/>
            <a:ext cx="3933824" cy="8543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5933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209639543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s-MX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papi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m.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coloq. Tratamiento para dirigirse cariñosamente a la pareja o a un hijo: 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—‘Gracias, papi, por la velada romántica, siempre haces que cada día sea especial a tu lado.</a:t>
            </a:r>
            <a:endParaRPr/>
          </a:p>
        </p:txBody>
      </p:sp>
      <p:sp>
        <p:nvSpPr>
          <p:cNvPr id="651494575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81697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265905"/>
            <a:ext cx="3962399" cy="8534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0686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1323761884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rascabonito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m.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Enfermedad cutánea que produce escozor intenso por una reacción alérgica al parásito calemba: 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—Para el rascabonito machaque unas hojas y coloque en la zona donde están los granitos y deje actuar por 5 minutos. Últimas Noticias, 20.04.2011.</a:t>
            </a:r>
            <a:endParaRPr/>
          </a:p>
        </p:txBody>
      </p:sp>
      <p:sp>
        <p:nvSpPr>
          <p:cNvPr id="639800224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129937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1193717"/>
            <a:ext cx="3971925" cy="8572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297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1573536615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rehogado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rur.Ss.Aparato de madera de forma triangular que se pone a los chanchos para que no hocen en terrenos ajenos.: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El chancho vio la forma de quitarse el horcón y destruyó las plantaciones vecinas.[Ad hoc.]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(Borrar la definición del ejemplo)</a:t>
            </a:r>
            <a:endParaRPr/>
          </a:p>
        </p:txBody>
      </p:sp>
      <p:sp>
        <p:nvSpPr>
          <p:cNvPr id="460776337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749989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606136"/>
            <a:ext cx="3933824" cy="8534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2021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682714965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horcón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rur.Ss.Aparato de madera de forma triangular que se pone a los chanchos para que no hocen en terrenos ajenos.: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El chancho vio la forma de quitarse el horcón y destruyó las plantaciones vecinas.[Ad hoc.]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(Borrar la definición del ejemplo)</a:t>
            </a:r>
            <a:endParaRPr/>
          </a:p>
        </p:txBody>
      </p:sp>
      <p:sp>
        <p:nvSpPr>
          <p:cNvPr id="358338379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568754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992898"/>
            <a:ext cx="3990974" cy="8553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9663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48116076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hualingo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m.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Referido a una estructura o armazón, inestable, sin firmeza: 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—El andamio que se cayó estaba hualingo desde el comienzo.[Ad hoc.]</a:t>
            </a:r>
            <a:endParaRPr/>
          </a:p>
        </p:txBody>
      </p:sp>
      <p:sp>
        <p:nvSpPr>
          <p:cNvPr id="1376877502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18841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556655"/>
            <a:ext cx="3952874" cy="8543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51495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1142923941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rayado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pop. Persona que llama la atención por tener una forma extraña y extravagante de actuar o de vestir: 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—Melena, pantalones raídos, chompa de cuero vieja, el Fuete Monsalve nunca dejó de parecer y ser un rayado.[Ad hoc.]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(Borrar la definición del ejemplo)</a:t>
            </a:r>
            <a:endParaRPr/>
          </a:p>
        </p:txBody>
      </p:sp>
      <p:sp>
        <p:nvSpPr>
          <p:cNvPr id="9163182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239271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729837"/>
            <a:ext cx="3924299" cy="8543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725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640060869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llevar a mal andar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loc. verb.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Turbar el ánimo a una persona: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Esos problemas que tienes en el trabajo los llevas a mal andar. Deberías ir a terapia.[Ad hoc]</a:t>
            </a:r>
            <a:endParaRPr/>
          </a:p>
        </p:txBody>
      </p:sp>
      <p:sp>
        <p:nvSpPr>
          <p:cNvPr id="615470839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212496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3181" y="-819149"/>
            <a:ext cx="3933824" cy="8496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0111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2003397192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taza del baño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f.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Aparato sanitario para evacuar orina y excrementos; inodoro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—M se sienta, todavía adormilada, en la taza del baño y orina. Miguel Donoso Pareja, Hoy empiezo a acordarme.</a:t>
            </a:r>
            <a:endParaRPr/>
          </a:p>
        </p:txBody>
      </p:sp>
      <p:sp>
        <p:nvSpPr>
          <p:cNvPr id="1195731960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973060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878279"/>
            <a:ext cx="3914775" cy="850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1918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1159486570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trinquete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obsol. Aldabilla con que se aseguran las puertas: 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—Tienes que poner el trinquete para que la puerta de tu habitación no se abra y estés seguro dentro de ella. Aquí los ladrones abundan y suelen robar durante la noche. [Ad hoc]</a:t>
            </a:r>
            <a:endParaRPr/>
          </a:p>
        </p:txBody>
      </p:sp>
      <p:sp>
        <p:nvSpPr>
          <p:cNvPr id="567485335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700765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717467"/>
            <a:ext cx="3924299" cy="8582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3369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411112421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relajero, -a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m. y f.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pop.U.t.c.adj.Persona que causa alboroto, bullicio o desorden: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Le apostaron a Justin Barcia, “por ser el típico gringo relajero, de pelo largo, que tiene la reputación de chico malo, pero es un buen deportista y muy disciplinado”. [Web], motociclismo.ec, 16.05.2021.</a:t>
            </a:r>
            <a:endParaRPr lang="es-ES" sz="27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7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(Solo relajero va en negrita)</a:t>
            </a:r>
            <a:endParaRPr/>
          </a:p>
        </p:txBody>
      </p:sp>
      <p:sp>
        <p:nvSpPr>
          <p:cNvPr id="1127845791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602618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1169905"/>
            <a:ext cx="3952874" cy="8524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6839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458704198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945553577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855958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392452"/>
            <a:ext cx="3914775" cy="851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5484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1863582935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854373522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249455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772" y="-705097"/>
            <a:ext cx="3886200" cy="8477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9232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998798" y="365124"/>
            <a:ext cx="6355001" cy="1325562"/>
          </a:xfrm>
        </p:spPr>
        <p:txBody>
          <a:bodyPr/>
          <a:lstStyle/>
          <a:p>
            <a:pPr>
              <a:defRPr/>
            </a:pPr>
            <a:r>
              <a:rPr lang="es-MX"/>
              <a:t>Corrección 002</a:t>
            </a:r>
            <a:endParaRPr/>
          </a:p>
        </p:txBody>
      </p:sp>
      <p:sp>
        <p:nvSpPr>
          <p:cNvPr id="490223206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4998798" y="1825624"/>
            <a:ext cx="635500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113969269" name=""/>
          <p:cNvSpPr/>
          <p:nvPr/>
        </p:nvSpPr>
        <p:spPr bwMode="auto">
          <a:xfrm rot="0" flipH="0" flipV="0">
            <a:off x="-11102" y="1719447"/>
            <a:ext cx="270875" cy="274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949171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9772" y="-215383"/>
            <a:ext cx="3328830" cy="7061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2025-12-21T07:35:16Z</dcterms:modified>
</cp:coreProperties>
</file>